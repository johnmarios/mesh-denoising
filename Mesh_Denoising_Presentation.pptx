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9" r:id="rId3"/>
    <p:sldId id="257" r:id="rId4"/>
    <p:sldId id="260" r:id="rId5"/>
    <p:sldId id="286" r:id="rId6"/>
    <p:sldId id="261" r:id="rId7"/>
    <p:sldId id="287" r:id="rId8"/>
    <p:sldId id="262" r:id="rId9"/>
    <p:sldId id="263" r:id="rId10"/>
    <p:sldId id="264" r:id="rId11"/>
    <p:sldId id="288" r:id="rId12"/>
    <p:sldId id="289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97" r:id="rId24"/>
    <p:sldId id="299" r:id="rId25"/>
    <p:sldId id="298" r:id="rId26"/>
    <p:sldId id="276" r:id="rId27"/>
    <p:sldId id="291" r:id="rId28"/>
    <p:sldId id="290" r:id="rId29"/>
    <p:sldId id="277" r:id="rId30"/>
    <p:sldId id="278" r:id="rId31"/>
    <p:sldId id="279" r:id="rId32"/>
    <p:sldId id="292" r:id="rId33"/>
    <p:sldId id="280" r:id="rId34"/>
    <p:sldId id="293" r:id="rId35"/>
    <p:sldId id="296" r:id="rId36"/>
    <p:sldId id="294" r:id="rId37"/>
    <p:sldId id="295" r:id="rId38"/>
    <p:sldId id="283" r:id="rId39"/>
    <p:sldId id="28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FF45D-8A8F-4362-881C-541B416A71C4}" v="851" dt="2026-09-29T09:17:04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27" autoAdjust="0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nis Papadopoulos" userId="011f885267094b50" providerId="LiveId" clId="{1CA7F863-120F-4338-B7D1-787104A621F1}"/>
    <pc:docChg chg="undo redo custSel addSld delSld modSld sldOrd">
      <pc:chgData name="Giannis Papadopoulos" userId="011f885267094b50" providerId="LiveId" clId="{1CA7F863-120F-4338-B7D1-787104A621F1}" dt="2026-09-29T17:31:05.580" v="3950" actId="20577"/>
      <pc:docMkLst>
        <pc:docMk/>
      </pc:docMkLst>
      <pc:sldChg chg="addSp delSp modSp mod modNotesTx">
        <pc:chgData name="Giannis Papadopoulos" userId="011f885267094b50" providerId="LiveId" clId="{1CA7F863-120F-4338-B7D1-787104A621F1}" dt="2026-09-29T17:29:26.365" v="3925" actId="20577"/>
        <pc:sldMkLst>
          <pc:docMk/>
          <pc:sldMk cId="1447987947" sldId="256"/>
        </pc:sldMkLst>
        <pc:spChg chg="del">
          <ac:chgData name="Giannis Papadopoulos" userId="011f885267094b50" providerId="LiveId" clId="{1CA7F863-120F-4338-B7D1-787104A621F1}" dt="2026-09-28T15:49:23.056" v="2272" actId="478"/>
          <ac:spMkLst>
            <pc:docMk/>
            <pc:sldMk cId="1447987947" sldId="256"/>
            <ac:spMk id="2" creationId="{9AA13B1B-FED1-4D3D-A030-EFA914FDD531}"/>
          </ac:spMkLst>
        </pc:spChg>
        <pc:spChg chg="mod">
          <ac:chgData name="Giannis Papadopoulos" userId="011f885267094b50" providerId="LiveId" clId="{1CA7F863-120F-4338-B7D1-787104A621F1}" dt="2026-09-28T15:52:12.934" v="2309" actId="1076"/>
          <ac:spMkLst>
            <pc:docMk/>
            <pc:sldMk cId="1447987947" sldId="256"/>
            <ac:spMk id="3" creationId="{54803586-CCE6-4B56-8089-F8488D68A7E2}"/>
          </ac:spMkLst>
        </pc:spChg>
        <pc:spChg chg="mod">
          <ac:chgData name="Giannis Papadopoulos" userId="011f885267094b50" providerId="LiveId" clId="{1CA7F863-120F-4338-B7D1-787104A621F1}" dt="2026-09-28T15:52:12.934" v="2309" actId="1076"/>
          <ac:spMkLst>
            <pc:docMk/>
            <pc:sldMk cId="1447987947" sldId="256"/>
            <ac:spMk id="4" creationId="{8194D644-2F96-4853-B2E4-498E94810B74}"/>
          </ac:spMkLst>
        </pc:spChg>
        <pc:spChg chg="mod">
          <ac:chgData name="Giannis Papadopoulos" userId="011f885267094b50" providerId="LiveId" clId="{1CA7F863-120F-4338-B7D1-787104A621F1}" dt="2026-09-28T15:52:12.934" v="2309" actId="1076"/>
          <ac:spMkLst>
            <pc:docMk/>
            <pc:sldMk cId="1447987947" sldId="256"/>
            <ac:spMk id="5" creationId="{292211C6-48AC-4E16-961F-DF4964598F08}"/>
          </ac:spMkLst>
        </pc:spChg>
        <pc:spChg chg="mod">
          <ac:chgData name="Giannis Papadopoulos" userId="011f885267094b50" providerId="LiveId" clId="{1CA7F863-120F-4338-B7D1-787104A621F1}" dt="2026-09-28T15:52:12.934" v="2309" actId="1076"/>
          <ac:spMkLst>
            <pc:docMk/>
            <pc:sldMk cId="1447987947" sldId="256"/>
            <ac:spMk id="6" creationId="{3E59DFD3-CCE5-4DA3-A69E-EB4FC7B14F25}"/>
          </ac:spMkLst>
        </pc:spChg>
        <pc:spChg chg="mod">
          <ac:chgData name="Giannis Papadopoulos" userId="011f885267094b50" providerId="LiveId" clId="{1CA7F863-120F-4338-B7D1-787104A621F1}" dt="2026-09-28T15:58:20.971" v="2314" actId="1076"/>
          <ac:spMkLst>
            <pc:docMk/>
            <pc:sldMk cId="1447987947" sldId="256"/>
            <ac:spMk id="7" creationId="{1C30C868-CD2C-4E64-950B-06EFDC5E4B25}"/>
          </ac:spMkLst>
        </pc:spChg>
        <pc:spChg chg="mod">
          <ac:chgData name="Giannis Papadopoulos" userId="011f885267094b50" providerId="LiveId" clId="{1CA7F863-120F-4338-B7D1-787104A621F1}" dt="2026-09-28T15:58:17.675" v="2313" actId="1076"/>
          <ac:spMkLst>
            <pc:docMk/>
            <pc:sldMk cId="1447987947" sldId="256"/>
            <ac:spMk id="8" creationId="{C607BD0D-BA33-438C-BDE7-78596D11FEDE}"/>
          </ac:spMkLst>
        </pc:spChg>
        <pc:spChg chg="add del mod">
          <ac:chgData name="Giannis Papadopoulos" userId="011f885267094b50" providerId="LiveId" clId="{1CA7F863-120F-4338-B7D1-787104A621F1}" dt="2026-09-28T15:50:59.502" v="2298" actId="571"/>
          <ac:spMkLst>
            <pc:docMk/>
            <pc:sldMk cId="1447987947" sldId="256"/>
            <ac:spMk id="12" creationId="{561CC479-C5E9-DBBB-4CAF-BA074DDEC906}"/>
          </ac:spMkLst>
        </pc:spChg>
        <pc:spChg chg="add del mod">
          <ac:chgData name="Giannis Papadopoulos" userId="011f885267094b50" providerId="LiveId" clId="{1CA7F863-120F-4338-B7D1-787104A621F1}" dt="2026-09-28T15:51:05.281" v="2300" actId="478"/>
          <ac:spMkLst>
            <pc:docMk/>
            <pc:sldMk cId="1447987947" sldId="256"/>
            <ac:spMk id="14" creationId="{3E573F64-E474-9E29-1D8A-CFE555CC120D}"/>
          </ac:spMkLst>
        </pc:spChg>
        <pc:picChg chg="del">
          <ac:chgData name="Giannis Papadopoulos" userId="011f885267094b50" providerId="LiveId" clId="{1CA7F863-120F-4338-B7D1-787104A621F1}" dt="2026-09-28T15:49:25.778" v="2273" actId="478"/>
          <ac:picMkLst>
            <pc:docMk/>
            <pc:sldMk cId="1447987947" sldId="256"/>
            <ac:picMk id="10" creationId="{00000000-0000-0000-0000-000000000000}"/>
          </ac:picMkLst>
        </pc:picChg>
        <pc:picChg chg="add mod">
          <ac:chgData name="Giannis Papadopoulos" userId="011f885267094b50" providerId="LiveId" clId="{1CA7F863-120F-4338-B7D1-787104A621F1}" dt="2026-09-28T15:50:57.379" v="2293" actId="1076"/>
          <ac:picMkLst>
            <pc:docMk/>
            <pc:sldMk cId="1447987947" sldId="256"/>
            <ac:picMk id="11" creationId="{B0524356-CE77-A67D-ABB3-C7CF4178D231}"/>
          </ac:picMkLst>
        </pc:picChg>
        <pc:picChg chg="add del mod">
          <ac:chgData name="Giannis Papadopoulos" userId="011f885267094b50" providerId="LiveId" clId="{1CA7F863-120F-4338-B7D1-787104A621F1}" dt="2026-09-28T15:50:57.829" v="2295" actId="571"/>
          <ac:picMkLst>
            <pc:docMk/>
            <pc:sldMk cId="1447987947" sldId="256"/>
            <ac:picMk id="13" creationId="{EDA9D74B-0FD8-F330-60A2-373059DD0CAE}"/>
          </ac:picMkLst>
        </pc:picChg>
        <pc:picChg chg="mod">
          <ac:chgData name="Giannis Papadopoulos" userId="011f885267094b50" providerId="LiveId" clId="{1CA7F863-120F-4338-B7D1-787104A621F1}" dt="2026-09-28T15:58:15.673" v="2312" actId="1076"/>
          <ac:picMkLst>
            <pc:docMk/>
            <pc:sldMk cId="1447987947" sldId="256"/>
            <ac:picMk id="18" creationId="{00000000-0000-0000-0000-000000000000}"/>
          </ac:picMkLst>
        </pc:picChg>
      </pc:sldChg>
      <pc:sldChg chg="addSp delSp modSp mod ord modNotesTx">
        <pc:chgData name="Giannis Papadopoulos" userId="011f885267094b50" providerId="LiveId" clId="{1CA7F863-120F-4338-B7D1-787104A621F1}" dt="2026-09-29T17:29:32.721" v="3927" actId="20577"/>
        <pc:sldMkLst>
          <pc:docMk/>
          <pc:sldMk cId="1990049060" sldId="257"/>
        </pc:sldMkLst>
      </pc:sldChg>
      <pc:sldChg chg="del">
        <pc:chgData name="Giannis Papadopoulos" userId="011f885267094b50" providerId="LiveId" clId="{1CA7F863-120F-4338-B7D1-787104A621F1}" dt="2026-09-28T17:45:12.517" v="2703" actId="47"/>
        <pc:sldMkLst>
          <pc:docMk/>
          <pc:sldMk cId="195517526" sldId="258"/>
        </pc:sldMkLst>
      </pc:sldChg>
      <pc:sldChg chg="addSp delSp modSp mod modNotesTx">
        <pc:chgData name="Giannis Papadopoulos" userId="011f885267094b50" providerId="LiveId" clId="{1CA7F863-120F-4338-B7D1-787104A621F1}" dt="2026-09-29T17:29:29.981" v="3926" actId="20577"/>
        <pc:sldMkLst>
          <pc:docMk/>
          <pc:sldMk cId="815499418" sldId="259"/>
        </pc:sldMkLst>
        <pc:spChg chg="add del mod">
          <ac:chgData name="Giannis Papadopoulos" userId="011f885267094b50" providerId="LiveId" clId="{1CA7F863-120F-4338-B7D1-787104A621F1}" dt="2026-09-28T22:07:13.760" v="3568"/>
          <ac:spMkLst>
            <pc:docMk/>
            <pc:sldMk cId="815499418" sldId="259"/>
            <ac:spMk id="5" creationId="{5CCD33AB-ADB5-538F-14AA-33D8DE73D225}"/>
          </ac:spMkLst>
        </pc:spChg>
        <pc:spChg chg="mod">
          <ac:chgData name="Giannis Papadopoulos" userId="011f885267094b50" providerId="LiveId" clId="{1CA7F863-120F-4338-B7D1-787104A621F1}" dt="2026-09-28T22:07:16.721" v="3570" actId="20577"/>
          <ac:spMkLst>
            <pc:docMk/>
            <pc:sldMk cId="815499418" sldId="259"/>
            <ac:spMk id="7" creationId="{A317699F-8BA9-4A4A-AD78-FD3A14D67BD7}"/>
          </ac:spMkLst>
        </pc:spChg>
      </pc:sldChg>
      <pc:sldChg chg="modSp mod modNotesTx">
        <pc:chgData name="Giannis Papadopoulos" userId="011f885267094b50" providerId="LiveId" clId="{1CA7F863-120F-4338-B7D1-787104A621F1}" dt="2026-09-29T17:29:35.435" v="3928" actId="20577"/>
        <pc:sldMkLst>
          <pc:docMk/>
          <pc:sldMk cId="774898473" sldId="260"/>
        </pc:sldMkLst>
        <pc:spChg chg="mod">
          <ac:chgData name="Giannis Papadopoulos" userId="011f885267094b50" providerId="LiveId" clId="{1CA7F863-120F-4338-B7D1-787104A621F1}" dt="2026-09-28T22:07:26.106" v="3572" actId="20577"/>
          <ac:spMkLst>
            <pc:docMk/>
            <pc:sldMk cId="774898473" sldId="260"/>
            <ac:spMk id="7" creationId="{0EDE9670-697C-4948-9A2D-6923B80B9280}"/>
          </ac:spMkLst>
        </pc:spChg>
      </pc:sldChg>
      <pc:sldChg chg="addSp delSp modSp mod modNotesTx">
        <pc:chgData name="Giannis Papadopoulos" userId="011f885267094b50" providerId="LiveId" clId="{1CA7F863-120F-4338-B7D1-787104A621F1}" dt="2026-09-29T17:29:40.665" v="3929" actId="20577"/>
        <pc:sldMkLst>
          <pc:docMk/>
          <pc:sldMk cId="945726029" sldId="261"/>
        </pc:sldMkLst>
        <pc:spChg chg="mod">
          <ac:chgData name="Giannis Papadopoulos" userId="011f885267094b50" providerId="LiveId" clId="{1CA7F863-120F-4338-B7D1-787104A621F1}" dt="2026-09-27T15:57:24.258" v="560" actId="20577"/>
          <ac:spMkLst>
            <pc:docMk/>
            <pc:sldMk cId="945726029" sldId="261"/>
            <ac:spMk id="3" creationId="{60887A15-20FB-48A3-ACFA-D3EBEB6A8562}"/>
          </ac:spMkLst>
        </pc:spChg>
        <pc:spChg chg="mod">
          <ac:chgData name="Giannis Papadopoulos" userId="011f885267094b50" providerId="LiveId" clId="{1CA7F863-120F-4338-B7D1-787104A621F1}" dt="2026-09-28T22:07:38.390" v="3576" actId="20577"/>
          <ac:spMkLst>
            <pc:docMk/>
            <pc:sldMk cId="945726029" sldId="261"/>
            <ac:spMk id="7" creationId="{401AE3A7-EB88-4ADB-9C2F-463BD3B45D71}"/>
          </ac:spMkLst>
        </pc:spChg>
        <pc:spChg chg="mod">
          <ac:chgData name="Giannis Papadopoulos" userId="011f885267094b50" providerId="LiveId" clId="{1CA7F863-120F-4338-B7D1-787104A621F1}" dt="2026-09-27T13:28:37.700" v="323" actId="27636"/>
          <ac:spMkLst>
            <pc:docMk/>
            <pc:sldMk cId="945726029" sldId="261"/>
            <ac:spMk id="8" creationId="{8FC94746-FFC4-40E5-BC7F-A77268E49035}"/>
          </ac:spMkLst>
        </pc:spChg>
        <pc:spChg chg="add mod">
          <ac:chgData name="Giannis Papadopoulos" userId="011f885267094b50" providerId="LiveId" clId="{1CA7F863-120F-4338-B7D1-787104A621F1}" dt="2026-09-27T13:34:04.099" v="372" actId="1076"/>
          <ac:spMkLst>
            <pc:docMk/>
            <pc:sldMk cId="945726029" sldId="261"/>
            <ac:spMk id="10" creationId="{3AB41E2B-D1FF-91AD-F1BF-B8D04BF48758}"/>
          </ac:spMkLst>
        </pc:spChg>
        <pc:spChg chg="mod">
          <ac:chgData name="Giannis Papadopoulos" userId="011f885267094b50" providerId="LiveId" clId="{1CA7F863-120F-4338-B7D1-787104A621F1}" dt="2026-09-27T13:29:23.036" v="332" actId="27636"/>
          <ac:spMkLst>
            <pc:docMk/>
            <pc:sldMk cId="945726029" sldId="261"/>
            <ac:spMk id="12" creationId="{84E1653F-6FC7-4450-BBA5-751EB105BA10}"/>
          </ac:spMkLst>
        </pc:spChg>
        <pc:spChg chg="mod">
          <ac:chgData name="Giannis Papadopoulos" userId="011f885267094b50" providerId="LiveId" clId="{1CA7F863-120F-4338-B7D1-787104A621F1}" dt="2026-09-27T15:54:19.317" v="551" actId="20577"/>
          <ac:spMkLst>
            <pc:docMk/>
            <pc:sldMk cId="945726029" sldId="261"/>
            <ac:spMk id="15" creationId="{7683AE25-7D50-415B-8C3A-B58126EAF5F2}"/>
          </ac:spMkLst>
        </pc:spChg>
        <pc:spChg chg="mod">
          <ac:chgData name="Giannis Papadopoulos" userId="011f885267094b50" providerId="LiveId" clId="{1CA7F863-120F-4338-B7D1-787104A621F1}" dt="2026-09-27T15:44:56.429" v="419"/>
          <ac:spMkLst>
            <pc:docMk/>
            <pc:sldMk cId="945726029" sldId="261"/>
            <ac:spMk id="16" creationId="{C65B1FE5-EF2B-49FE-A359-AF588811DB73}"/>
          </ac:spMkLst>
        </pc:spChg>
        <pc:spChg chg="mod">
          <ac:chgData name="Giannis Papadopoulos" userId="011f885267094b50" providerId="LiveId" clId="{1CA7F863-120F-4338-B7D1-787104A621F1}" dt="2026-09-27T15:43:21.283" v="390" actId="1076"/>
          <ac:spMkLst>
            <pc:docMk/>
            <pc:sldMk cId="945726029" sldId="261"/>
            <ac:spMk id="17" creationId="{1F5A02E3-575A-41EE-A119-9D09A2DCE527}"/>
          </ac:spMkLst>
        </pc:spChg>
        <pc:spChg chg="add mod">
          <ac:chgData name="Giannis Papadopoulos" userId="011f885267094b50" providerId="LiveId" clId="{1CA7F863-120F-4338-B7D1-787104A621F1}" dt="2026-09-27T15:56:52.085" v="555" actId="1076"/>
          <ac:spMkLst>
            <pc:docMk/>
            <pc:sldMk cId="945726029" sldId="261"/>
            <ac:spMk id="18" creationId="{511124E6-1A1A-9EAA-1055-8DA9B92A0A3F}"/>
          </ac:spMkLst>
        </pc:spChg>
        <pc:spChg chg="mod">
          <ac:chgData name="Giannis Papadopoulos" userId="011f885267094b50" providerId="LiveId" clId="{1CA7F863-120F-4338-B7D1-787104A621F1}" dt="2026-09-27T15:50:09.646" v="509" actId="27636"/>
          <ac:spMkLst>
            <pc:docMk/>
            <pc:sldMk cId="945726029" sldId="261"/>
            <ac:spMk id="19" creationId="{CA2F5016-7614-4BE9-B311-32AA48F95036}"/>
          </ac:spMkLst>
        </pc:spChg>
        <pc:spChg chg="mod">
          <ac:chgData name="Giannis Papadopoulos" userId="011f885267094b50" providerId="LiveId" clId="{1CA7F863-120F-4338-B7D1-787104A621F1}" dt="2026-09-27T15:51:57.474" v="517" actId="20577"/>
          <ac:spMkLst>
            <pc:docMk/>
            <pc:sldMk cId="945726029" sldId="261"/>
            <ac:spMk id="22" creationId="{7CA5C5A9-108C-437A-BB1B-4F0BC1368539}"/>
          </ac:spMkLst>
        </pc:spChg>
        <pc:spChg chg="mod">
          <ac:chgData name="Giannis Papadopoulos" userId="011f885267094b50" providerId="LiveId" clId="{1CA7F863-120F-4338-B7D1-787104A621F1}" dt="2026-09-27T15:56:30.308" v="554" actId="20577"/>
          <ac:spMkLst>
            <pc:docMk/>
            <pc:sldMk cId="945726029" sldId="261"/>
            <ac:spMk id="23" creationId="{E0827B96-6BB4-4D9A-BEB7-24DC09F57F23}"/>
          </ac:spMkLst>
        </pc:spChg>
        <pc:spChg chg="mod">
          <ac:chgData name="Giannis Papadopoulos" userId="011f885267094b50" providerId="LiveId" clId="{1CA7F863-120F-4338-B7D1-787104A621F1}" dt="2026-09-27T13:06:09.914" v="24" actId="1076"/>
          <ac:spMkLst>
            <pc:docMk/>
            <pc:sldMk cId="945726029" sldId="261"/>
            <ac:spMk id="25" creationId="{19824A2D-8047-405B-8686-3C97358C96DB}"/>
          </ac:spMkLst>
        </pc:spChg>
        <pc:spChg chg="add mod">
          <ac:chgData name="Giannis Papadopoulos" userId="011f885267094b50" providerId="LiveId" clId="{1CA7F863-120F-4338-B7D1-787104A621F1}" dt="2026-09-27T15:52:38.295" v="519" actId="1076"/>
          <ac:spMkLst>
            <pc:docMk/>
            <pc:sldMk cId="945726029" sldId="261"/>
            <ac:spMk id="30" creationId="{65412937-1B85-750C-0FC3-AA540A8AE4B6}"/>
          </ac:spMkLst>
        </pc:spChg>
        <pc:spChg chg="add mod">
          <ac:chgData name="Giannis Papadopoulos" userId="011f885267094b50" providerId="LiveId" clId="{1CA7F863-120F-4338-B7D1-787104A621F1}" dt="2026-09-27T15:46:18.930" v="435" actId="20577"/>
          <ac:spMkLst>
            <pc:docMk/>
            <pc:sldMk cId="945726029" sldId="261"/>
            <ac:spMk id="35" creationId="{7BC6D771-3065-3978-E3DD-31034DB5222C}"/>
          </ac:spMkLst>
        </pc:spChg>
        <pc:spChg chg="add mod">
          <ac:chgData name="Giannis Papadopoulos" userId="011f885267094b50" providerId="LiveId" clId="{1CA7F863-120F-4338-B7D1-787104A621F1}" dt="2026-09-27T15:47:35.739" v="454" actId="1076"/>
          <ac:spMkLst>
            <pc:docMk/>
            <pc:sldMk cId="945726029" sldId="261"/>
            <ac:spMk id="37" creationId="{A2F62287-808F-DB83-4793-6232A9546E17}"/>
          </ac:spMkLst>
        </pc:spChg>
        <pc:spChg chg="add mod">
          <ac:chgData name="Giannis Papadopoulos" userId="011f885267094b50" providerId="LiveId" clId="{1CA7F863-120F-4338-B7D1-787104A621F1}" dt="2026-09-27T15:49:17.096" v="486" actId="255"/>
          <ac:spMkLst>
            <pc:docMk/>
            <pc:sldMk cId="945726029" sldId="261"/>
            <ac:spMk id="40" creationId="{751FA177-4122-E2B7-2DFD-F3A00E2C6497}"/>
          </ac:spMkLst>
        </pc:spChg>
        <pc:spChg chg="add mod">
          <ac:chgData name="Giannis Papadopoulos" userId="011f885267094b50" providerId="LiveId" clId="{1CA7F863-120F-4338-B7D1-787104A621F1}" dt="2026-09-27T15:48:27.309" v="477" actId="1076"/>
          <ac:spMkLst>
            <pc:docMk/>
            <pc:sldMk cId="945726029" sldId="261"/>
            <ac:spMk id="43" creationId="{5564572B-7872-4579-DC9C-8E3A94C81F30}"/>
          </ac:spMkLst>
        </pc:spChg>
      </pc:sldChg>
      <pc:sldChg chg="modSp mod modNotesTx">
        <pc:chgData name="Giannis Papadopoulos" userId="011f885267094b50" providerId="LiveId" clId="{1CA7F863-120F-4338-B7D1-787104A621F1}" dt="2026-09-29T17:29:46.320" v="3930" actId="20577"/>
        <pc:sldMkLst>
          <pc:docMk/>
          <pc:sldMk cId="541336940" sldId="262"/>
        </pc:sldMkLst>
        <pc:spChg chg="mod">
          <ac:chgData name="Giannis Papadopoulos" userId="011f885267094b50" providerId="LiveId" clId="{1CA7F863-120F-4338-B7D1-787104A621F1}" dt="2026-09-28T22:07:48.764" v="3580" actId="20577"/>
          <ac:spMkLst>
            <pc:docMk/>
            <pc:sldMk cId="541336940" sldId="262"/>
            <ac:spMk id="7" creationId="{B3CEFFDC-0B25-4692-9F37-59FE4F87A8A5}"/>
          </ac:spMkLst>
        </pc:spChg>
        <pc:graphicFrameChg chg="modGraphic">
          <ac:chgData name="Giannis Papadopoulos" userId="011f885267094b50" providerId="LiveId" clId="{1CA7F863-120F-4338-B7D1-787104A621F1}" dt="2026-09-27T16:49:55.975" v="926" actId="14734"/>
          <ac:graphicFrameMkLst>
            <pc:docMk/>
            <pc:sldMk cId="541336940" sldId="262"/>
            <ac:graphicFrameMk id="18" creationId="{00000000-0000-0000-0000-000000000000}"/>
          </ac:graphicFrameMkLst>
        </pc:graphicFrameChg>
      </pc:sldChg>
      <pc:sldChg chg="modSp mod modNotesTx">
        <pc:chgData name="Giannis Papadopoulos" userId="011f885267094b50" providerId="LiveId" clId="{1CA7F863-120F-4338-B7D1-787104A621F1}" dt="2026-09-29T17:29:49.485" v="3931" actId="20577"/>
        <pc:sldMkLst>
          <pc:docMk/>
          <pc:sldMk cId="165580579" sldId="263"/>
        </pc:sldMkLst>
        <pc:spChg chg="mod">
          <ac:chgData name="Giannis Papadopoulos" userId="011f885267094b50" providerId="LiveId" clId="{1CA7F863-120F-4338-B7D1-787104A621F1}" dt="2026-09-27T08:09:56.842" v="1" actId="27636"/>
          <ac:spMkLst>
            <pc:docMk/>
            <pc:sldMk cId="165580579" sldId="263"/>
            <ac:spMk id="3" creationId="{7549751C-8803-4F20-AC83-97BAF9A66F6E}"/>
          </ac:spMkLst>
        </pc:spChg>
      </pc:sldChg>
      <pc:sldChg chg="addSp delSp modSp mod modNotesTx">
        <pc:chgData name="Giannis Papadopoulos" userId="011f885267094b50" providerId="LiveId" clId="{1CA7F863-120F-4338-B7D1-787104A621F1}" dt="2026-09-29T17:29:52.150" v="3932" actId="20577"/>
        <pc:sldMkLst>
          <pc:docMk/>
          <pc:sldMk cId="530949228" sldId="264"/>
        </pc:sldMkLst>
        <pc:spChg chg="mod">
          <ac:chgData name="Giannis Papadopoulos" userId="011f885267094b50" providerId="LiveId" clId="{1CA7F863-120F-4338-B7D1-787104A621F1}" dt="2026-09-28T19:37:10.678" v="2706" actId="14100"/>
          <ac:spMkLst>
            <pc:docMk/>
            <pc:sldMk cId="530949228" sldId="264"/>
            <ac:spMk id="10" creationId="{52E55D31-F1EF-4BE5-B8E9-ABCFFC834BE1}"/>
          </ac:spMkLst>
        </pc:spChg>
        <pc:spChg chg="add mod">
          <ac:chgData name="Giannis Papadopoulos" userId="011f885267094b50" providerId="LiveId" clId="{1CA7F863-120F-4338-B7D1-787104A621F1}" dt="2026-09-28T19:40:02.929" v="2716" actId="255"/>
          <ac:spMkLst>
            <pc:docMk/>
            <pc:sldMk cId="530949228" sldId="264"/>
            <ac:spMk id="11" creationId="{06A5E715-B182-5788-B62A-A0E15C9A6A6C}"/>
          </ac:spMkLst>
        </pc:spChg>
        <pc:picChg chg="add mod">
          <ac:chgData name="Giannis Papadopoulos" userId="011f885267094b50" providerId="LiveId" clId="{1CA7F863-120F-4338-B7D1-787104A621F1}" dt="2026-09-27T17:06:52.019" v="958" actId="14100"/>
          <ac:picMkLst>
            <pc:docMk/>
            <pc:sldMk cId="530949228" sldId="264"/>
            <ac:picMk id="8" creationId="{C1F70AA5-3421-9EC9-F743-38FD91C6CBDA}"/>
          </ac:picMkLst>
        </pc:picChg>
        <pc:picChg chg="mod">
          <ac:chgData name="Giannis Papadopoulos" userId="011f885267094b50" providerId="LiveId" clId="{1CA7F863-120F-4338-B7D1-787104A621F1}" dt="2026-09-27T17:05:30.114" v="951" actId="1076"/>
          <ac:picMkLst>
            <pc:docMk/>
            <pc:sldMk cId="530949228" sldId="264"/>
            <ac:picMk id="20" creationId="{00000000-0000-0000-0000-000000000000}"/>
          </ac:picMkLst>
        </pc:picChg>
        <pc:picChg chg="mod">
          <ac:chgData name="Giannis Papadopoulos" userId="011f885267094b50" providerId="LiveId" clId="{1CA7F863-120F-4338-B7D1-787104A621F1}" dt="2026-09-27T17:06:27.339" v="956" actId="1076"/>
          <ac:picMkLst>
            <pc:docMk/>
            <pc:sldMk cId="530949228" sldId="264"/>
            <ac:picMk id="21" creationId="{00000000-0000-0000-0000-000000000000}"/>
          </ac:picMkLst>
        </pc:picChg>
      </pc:sldChg>
      <pc:sldChg chg="addSp delSp modSp mod modNotesTx">
        <pc:chgData name="Giannis Papadopoulos" userId="011f885267094b50" providerId="LiveId" clId="{1CA7F863-120F-4338-B7D1-787104A621F1}" dt="2026-09-29T17:29:59.279" v="3933" actId="20577"/>
        <pc:sldMkLst>
          <pc:docMk/>
          <pc:sldMk cId="778221423" sldId="265"/>
        </pc:sldMkLst>
        <pc:spChg chg="add mod">
          <ac:chgData name="Giannis Papadopoulos" userId="011f885267094b50" providerId="LiveId" clId="{1CA7F863-120F-4338-B7D1-787104A621F1}" dt="2026-09-28T19:59:38.449" v="3008" actId="1076"/>
          <ac:spMkLst>
            <pc:docMk/>
            <pc:sldMk cId="778221423" sldId="265"/>
            <ac:spMk id="5" creationId="{A4E555CE-EC3A-C0B8-DC83-8431A2434673}"/>
          </ac:spMkLst>
        </pc:spChg>
        <pc:spChg chg="mod">
          <ac:chgData name="Giannis Papadopoulos" userId="011f885267094b50" providerId="LiveId" clId="{1CA7F863-120F-4338-B7D1-787104A621F1}" dt="2026-09-28T22:08:12.636" v="3584" actId="20577"/>
          <ac:spMkLst>
            <pc:docMk/>
            <pc:sldMk cId="778221423" sldId="265"/>
            <ac:spMk id="7" creationId="{86E8942B-2202-496A-9EBE-F87A48780FC8}"/>
          </ac:spMkLst>
        </pc:spChg>
        <pc:spChg chg="mod">
          <ac:chgData name="Giannis Papadopoulos" userId="011f885267094b50" providerId="LiveId" clId="{1CA7F863-120F-4338-B7D1-787104A621F1}" dt="2026-09-28T20:06:54.499" v="3015" actId="1076"/>
          <ac:spMkLst>
            <pc:docMk/>
            <pc:sldMk cId="778221423" sldId="265"/>
            <ac:spMk id="26" creationId="{E04ED72D-FCE0-41AC-B6B1-D6CAF2811A75}"/>
          </ac:spMkLst>
        </pc:spChg>
        <pc:spChg chg="add mod">
          <ac:chgData name="Giannis Papadopoulos" userId="011f885267094b50" providerId="LiveId" clId="{1CA7F863-120F-4338-B7D1-787104A621F1}" dt="2026-09-28T20:08:45.316" v="3134" actId="20577"/>
          <ac:spMkLst>
            <pc:docMk/>
            <pc:sldMk cId="778221423" sldId="265"/>
            <ac:spMk id="32" creationId="{13B27194-2466-22D8-EE2F-AC5167D33B15}"/>
          </ac:spMkLst>
        </pc:spChg>
        <pc:picChg chg="add mod">
          <ac:chgData name="Giannis Papadopoulos" userId="011f885267094b50" providerId="LiveId" clId="{1CA7F863-120F-4338-B7D1-787104A621F1}" dt="2026-09-28T19:59:51.259" v="3012" actId="14100"/>
          <ac:picMkLst>
            <pc:docMk/>
            <pc:sldMk cId="778221423" sldId="265"/>
            <ac:picMk id="28" creationId="{BB8A2855-82DA-98E0-2EBB-A25B4E90E26E}"/>
          </ac:picMkLst>
        </pc:picChg>
        <pc:picChg chg="add mod">
          <ac:chgData name="Giannis Papadopoulos" userId="011f885267094b50" providerId="LiveId" clId="{1CA7F863-120F-4338-B7D1-787104A621F1}" dt="2026-09-28T19:59:53.349" v="3014" actId="14100"/>
          <ac:picMkLst>
            <pc:docMk/>
            <pc:sldMk cId="778221423" sldId="265"/>
            <ac:picMk id="30" creationId="{D59203EE-D6BB-1444-A322-793EC856365D}"/>
          </ac:picMkLst>
        </pc:picChg>
        <pc:picChg chg="del mod">
          <ac:chgData name="Giannis Papadopoulos" userId="011f885267094b50" providerId="LiveId" clId="{1CA7F863-120F-4338-B7D1-787104A621F1}" dt="2026-09-28T19:59:30.860" v="3005" actId="478"/>
          <ac:picMkLst>
            <pc:docMk/>
            <pc:sldMk cId="778221423" sldId="265"/>
            <ac:picMk id="34" creationId="{00000000-0000-0000-0000-000000000000}"/>
          </ac:picMkLst>
        </pc:picChg>
      </pc:sldChg>
      <pc:sldChg chg="addSp modSp mod modNotesTx">
        <pc:chgData name="Giannis Papadopoulos" userId="011f885267094b50" providerId="LiveId" clId="{1CA7F863-120F-4338-B7D1-787104A621F1}" dt="2026-09-29T17:30:02.305" v="3934" actId="20577"/>
        <pc:sldMkLst>
          <pc:docMk/>
          <pc:sldMk cId="1115573734" sldId="266"/>
        </pc:sldMkLst>
        <pc:spChg chg="mod">
          <ac:chgData name="Giannis Papadopoulos" userId="011f885267094b50" providerId="LiveId" clId="{1CA7F863-120F-4338-B7D1-787104A621F1}" dt="2026-09-28T22:08:16.766" v="3586" actId="20577"/>
          <ac:spMkLst>
            <pc:docMk/>
            <pc:sldMk cId="1115573734" sldId="266"/>
            <ac:spMk id="7" creationId="{0D3EEDB1-5C84-4E5F-BA7C-458258FD1D0E}"/>
          </ac:spMkLst>
        </pc:spChg>
        <pc:spChg chg="add mod">
          <ac:chgData name="Giannis Papadopoulos" userId="011f885267094b50" providerId="LiveId" clId="{1CA7F863-120F-4338-B7D1-787104A621F1}" dt="2026-09-27T17:40:23.674" v="1496" actId="1076"/>
          <ac:spMkLst>
            <pc:docMk/>
            <pc:sldMk cId="1115573734" sldId="266"/>
            <ac:spMk id="8" creationId="{D8F52B1F-A8CE-CE12-D92F-616A943580A8}"/>
          </ac:spMkLst>
        </pc:spChg>
        <pc:spChg chg="mod">
          <ac:chgData name="Giannis Papadopoulos" userId="011f885267094b50" providerId="LiveId" clId="{1CA7F863-120F-4338-B7D1-787104A621F1}" dt="2026-09-27T17:39:19.507" v="1442" actId="1076"/>
          <ac:spMkLst>
            <pc:docMk/>
            <pc:sldMk cId="1115573734" sldId="266"/>
            <ac:spMk id="16" creationId="{75288C3C-8120-45D6-91D8-86BECF202D12}"/>
          </ac:spMkLst>
        </pc:spChg>
        <pc:spChg chg="mod">
          <ac:chgData name="Giannis Papadopoulos" userId="011f885267094b50" providerId="LiveId" clId="{1CA7F863-120F-4338-B7D1-787104A621F1}" dt="2026-09-28T20:12:24.963" v="3261" actId="20577"/>
          <ac:spMkLst>
            <pc:docMk/>
            <pc:sldMk cId="1115573734" sldId="266"/>
            <ac:spMk id="17" creationId="{599DE5CE-3F47-4AA9-A0BB-052372AACF33}"/>
          </ac:spMkLst>
        </pc:spChg>
      </pc:sldChg>
      <pc:sldChg chg="modSp mod modNotesTx">
        <pc:chgData name="Giannis Papadopoulos" userId="011f885267094b50" providerId="LiveId" clId="{1CA7F863-120F-4338-B7D1-787104A621F1}" dt="2026-09-29T17:30:06.761" v="3936" actId="20577"/>
        <pc:sldMkLst>
          <pc:docMk/>
          <pc:sldMk cId="1257649741" sldId="267"/>
        </pc:sldMkLst>
        <pc:spChg chg="mod">
          <ac:chgData name="Giannis Papadopoulos" userId="011f885267094b50" providerId="LiveId" clId="{1CA7F863-120F-4338-B7D1-787104A621F1}" dt="2026-09-28T22:08:22.399" v="3588" actId="20577"/>
          <ac:spMkLst>
            <pc:docMk/>
            <pc:sldMk cId="1257649741" sldId="267"/>
            <ac:spMk id="7" creationId="{83E99D37-5FD8-4B50-9699-A81A0C9682F2}"/>
          </ac:spMkLst>
        </pc:spChg>
        <pc:spChg chg="mod">
          <ac:chgData name="Giannis Papadopoulos" userId="011f885267094b50" providerId="LiveId" clId="{1CA7F863-120F-4338-B7D1-787104A621F1}" dt="2026-09-27T08:09:56.854" v="3" actId="27636"/>
          <ac:spMkLst>
            <pc:docMk/>
            <pc:sldMk cId="1257649741" sldId="267"/>
            <ac:spMk id="11" creationId="{A969DC72-3DC1-46D0-A689-0F406758FE56}"/>
          </ac:spMkLst>
        </pc:spChg>
      </pc:sldChg>
      <pc:sldChg chg="modSp mod modNotesTx">
        <pc:chgData name="Giannis Papadopoulos" userId="011f885267094b50" providerId="LiveId" clId="{1CA7F863-120F-4338-B7D1-787104A621F1}" dt="2026-09-29T17:30:09.953" v="3937" actId="20577"/>
        <pc:sldMkLst>
          <pc:docMk/>
          <pc:sldMk cId="2101435114" sldId="268"/>
        </pc:sldMkLst>
        <pc:spChg chg="mod">
          <ac:chgData name="Giannis Papadopoulos" userId="011f885267094b50" providerId="LiveId" clId="{1CA7F863-120F-4338-B7D1-787104A621F1}" dt="2026-09-28T22:08:27.381" v="3590" actId="20577"/>
          <ac:spMkLst>
            <pc:docMk/>
            <pc:sldMk cId="2101435114" sldId="268"/>
            <ac:spMk id="7" creationId="{E374AFF2-981A-4427-A1AF-C24AB033D3DF}"/>
          </ac:spMkLst>
        </pc:spChg>
      </pc:sldChg>
      <pc:sldChg chg="addSp delSp modSp mod modNotesTx">
        <pc:chgData name="Giannis Papadopoulos" userId="011f885267094b50" providerId="LiveId" clId="{1CA7F863-120F-4338-B7D1-787104A621F1}" dt="2026-09-29T17:30:13.631" v="3938" actId="20577"/>
        <pc:sldMkLst>
          <pc:docMk/>
          <pc:sldMk cId="339614534" sldId="269"/>
        </pc:sldMkLst>
        <pc:spChg chg="mod">
          <ac:chgData name="Giannis Papadopoulos" userId="011f885267094b50" providerId="LiveId" clId="{1CA7F863-120F-4338-B7D1-787104A621F1}" dt="2026-09-29T09:18:58.492" v="3924" actId="20577"/>
          <ac:spMkLst>
            <pc:docMk/>
            <pc:sldMk cId="339614534" sldId="269"/>
            <ac:spMk id="7" creationId="{BBC8106D-BD55-4BE1-8F7B-7FE2A768A905}"/>
          </ac:spMkLst>
        </pc:spChg>
        <pc:spChg chg="mod">
          <ac:chgData name="Giannis Papadopoulos" userId="011f885267094b50" providerId="LiveId" clId="{1CA7F863-120F-4338-B7D1-787104A621F1}" dt="2026-09-28T20:27:34.139" v="3383" actId="20577"/>
          <ac:spMkLst>
            <pc:docMk/>
            <pc:sldMk cId="339614534" sldId="269"/>
            <ac:spMk id="18" creationId="{E0957AF7-C592-4F25-9FA6-F517122A3547}"/>
          </ac:spMkLst>
        </pc:spChg>
        <pc:spChg chg="mod">
          <ac:chgData name="Giannis Papadopoulos" userId="011f885267094b50" providerId="LiveId" clId="{1CA7F863-120F-4338-B7D1-787104A621F1}" dt="2026-09-27T18:06:33.600" v="1797" actId="1076"/>
          <ac:spMkLst>
            <pc:docMk/>
            <pc:sldMk cId="339614534" sldId="269"/>
            <ac:spMk id="20" creationId="{C1648446-1DC5-48DA-87BE-3B8BDA7A7E04}"/>
          </ac:spMkLst>
        </pc:spChg>
        <pc:spChg chg="add mod">
          <ac:chgData name="Giannis Papadopoulos" userId="011f885267094b50" providerId="LiveId" clId="{1CA7F863-120F-4338-B7D1-787104A621F1}" dt="2026-09-27T17:55:11.650" v="1543" actId="1076"/>
          <ac:spMkLst>
            <pc:docMk/>
            <pc:sldMk cId="339614534" sldId="269"/>
            <ac:spMk id="25" creationId="{4B99A235-B9C1-1582-F448-BA6A29CFF883}"/>
          </ac:spMkLst>
        </pc:spChg>
        <pc:spChg chg="add mod">
          <ac:chgData name="Giannis Papadopoulos" userId="011f885267094b50" providerId="LiveId" clId="{1CA7F863-120F-4338-B7D1-787104A621F1}" dt="2026-09-27T17:54:26.939" v="1528" actId="1076"/>
          <ac:spMkLst>
            <pc:docMk/>
            <pc:sldMk cId="339614534" sldId="269"/>
            <ac:spMk id="29" creationId="{80E3E69E-8D37-C85B-B683-5F6A9AAC6BB4}"/>
          </ac:spMkLst>
        </pc:spChg>
        <pc:spChg chg="add mod">
          <ac:chgData name="Giannis Papadopoulos" userId="011f885267094b50" providerId="LiveId" clId="{1CA7F863-120F-4338-B7D1-787104A621F1}" dt="2026-09-27T17:54:48.496" v="1540" actId="1076"/>
          <ac:spMkLst>
            <pc:docMk/>
            <pc:sldMk cId="339614534" sldId="269"/>
            <ac:spMk id="33" creationId="{A2B9CF1D-063F-D98E-E3E6-DF044324F7DC}"/>
          </ac:spMkLst>
        </pc:spChg>
        <pc:spChg chg="add mod">
          <ac:chgData name="Giannis Papadopoulos" userId="011f885267094b50" providerId="LiveId" clId="{1CA7F863-120F-4338-B7D1-787104A621F1}" dt="2026-09-27T17:57:44.089" v="1550" actId="207"/>
          <ac:spMkLst>
            <pc:docMk/>
            <pc:sldMk cId="339614534" sldId="269"/>
            <ac:spMk id="38" creationId="{38FBB119-E058-5519-45D5-02E56C20FE1E}"/>
          </ac:spMkLst>
        </pc:spChg>
        <pc:spChg chg="add mod">
          <ac:chgData name="Giannis Papadopoulos" userId="011f885267094b50" providerId="LiveId" clId="{1CA7F863-120F-4338-B7D1-787104A621F1}" dt="2026-09-27T17:57:58.027" v="1552" actId="1076"/>
          <ac:spMkLst>
            <pc:docMk/>
            <pc:sldMk cId="339614534" sldId="269"/>
            <ac:spMk id="41" creationId="{08300EBD-A5FB-BFD6-4FC7-18274C8C9B4C}"/>
          </ac:spMkLst>
        </pc:spChg>
        <pc:spChg chg="add mod">
          <ac:chgData name="Giannis Papadopoulos" userId="011f885267094b50" providerId="LiveId" clId="{1CA7F863-120F-4338-B7D1-787104A621F1}" dt="2026-09-27T18:00:41.187" v="1571" actId="14100"/>
          <ac:spMkLst>
            <pc:docMk/>
            <pc:sldMk cId="339614534" sldId="269"/>
            <ac:spMk id="43" creationId="{801BCF47-E3E9-E125-1671-054A3E8847D1}"/>
          </ac:spMkLst>
        </pc:spChg>
        <pc:spChg chg="add mod">
          <ac:chgData name="Giannis Papadopoulos" userId="011f885267094b50" providerId="LiveId" clId="{1CA7F863-120F-4338-B7D1-787104A621F1}" dt="2026-09-27T18:01:22.410" v="1584" actId="1076"/>
          <ac:spMkLst>
            <pc:docMk/>
            <pc:sldMk cId="339614534" sldId="269"/>
            <ac:spMk id="45" creationId="{40F3BED3-AB87-F837-A67B-8E06D56BB404}"/>
          </ac:spMkLst>
        </pc:spChg>
        <pc:spChg chg="add mod">
          <ac:chgData name="Giannis Papadopoulos" userId="011f885267094b50" providerId="LiveId" clId="{1CA7F863-120F-4338-B7D1-787104A621F1}" dt="2026-09-27T18:01:04.080" v="1582" actId="1076"/>
          <ac:spMkLst>
            <pc:docMk/>
            <pc:sldMk cId="339614534" sldId="269"/>
            <ac:spMk id="47" creationId="{0B4C8B70-E4C7-35E5-7CBB-66556BED6DD8}"/>
          </ac:spMkLst>
        </pc:spChg>
        <pc:spChg chg="add mod">
          <ac:chgData name="Giannis Papadopoulos" userId="011f885267094b50" providerId="LiveId" clId="{1CA7F863-120F-4338-B7D1-787104A621F1}" dt="2026-09-27T18:08:32.849" v="1815" actId="21"/>
          <ac:spMkLst>
            <pc:docMk/>
            <pc:sldMk cId="339614534" sldId="269"/>
            <ac:spMk id="51" creationId="{0668CF21-8C6B-8312-5CB6-302C148B629F}"/>
          </ac:spMkLst>
        </pc:spChg>
        <pc:spChg chg="add mod">
          <ac:chgData name="Giannis Papadopoulos" userId="011f885267094b50" providerId="LiveId" clId="{1CA7F863-120F-4338-B7D1-787104A621F1}" dt="2026-09-29T09:14:28.174" v="3760" actId="20577"/>
          <ac:spMkLst>
            <pc:docMk/>
            <pc:sldMk cId="339614534" sldId="269"/>
            <ac:spMk id="53" creationId="{9EAF80A2-5F83-BCB8-FBF2-845319B67EED}"/>
          </ac:spMkLst>
        </pc:spChg>
        <pc:spChg chg="add mod">
          <ac:chgData name="Giannis Papadopoulos" userId="011f885267094b50" providerId="LiveId" clId="{1CA7F863-120F-4338-B7D1-787104A621F1}" dt="2026-09-27T18:09:59.084" v="1833" actId="1076"/>
          <ac:spMkLst>
            <pc:docMk/>
            <pc:sldMk cId="339614534" sldId="269"/>
            <ac:spMk id="55" creationId="{09E4865A-9C34-CC96-0996-CAF16B3D0B00}"/>
          </ac:spMkLst>
        </pc:spChg>
        <pc:spChg chg="add mod">
          <ac:chgData name="Giannis Papadopoulos" userId="011f885267094b50" providerId="LiveId" clId="{1CA7F863-120F-4338-B7D1-787104A621F1}" dt="2026-09-27T18:10:54.976" v="1843" actId="1076"/>
          <ac:spMkLst>
            <pc:docMk/>
            <pc:sldMk cId="339614534" sldId="269"/>
            <ac:spMk id="57" creationId="{249F862A-B4F2-E4F7-6885-5F29FA6A7EB1}"/>
          </ac:spMkLst>
        </pc:spChg>
        <pc:spChg chg="add mod">
          <ac:chgData name="Giannis Papadopoulos" userId="011f885267094b50" providerId="LiveId" clId="{1CA7F863-120F-4338-B7D1-787104A621F1}" dt="2026-09-28T20:21:39.291" v="3336" actId="1076"/>
          <ac:spMkLst>
            <pc:docMk/>
            <pc:sldMk cId="339614534" sldId="269"/>
            <ac:spMk id="58" creationId="{E9505F71-FA96-ABE8-B0A8-0640DAA00154}"/>
          </ac:spMkLst>
        </pc:spChg>
        <pc:spChg chg="add mod">
          <ac:chgData name="Giannis Papadopoulos" userId="011f885267094b50" providerId="LiveId" clId="{1CA7F863-120F-4338-B7D1-787104A621F1}" dt="2026-09-28T20:29:56.225" v="3469" actId="20577"/>
          <ac:spMkLst>
            <pc:docMk/>
            <pc:sldMk cId="339614534" sldId="269"/>
            <ac:spMk id="60" creationId="{2438B555-3218-C175-C78E-CF802D095CA7}"/>
          </ac:spMkLst>
        </pc:spChg>
        <pc:spChg chg="add del mod">
          <ac:chgData name="Giannis Papadopoulos" userId="011f885267094b50" providerId="LiveId" clId="{1CA7F863-120F-4338-B7D1-787104A621F1}" dt="2026-09-29T09:15:16.747" v="3763"/>
          <ac:spMkLst>
            <pc:docMk/>
            <pc:sldMk cId="339614534" sldId="269"/>
            <ac:spMk id="61" creationId="{A9E12C02-5965-9DBB-C423-4A91F02A3C70}"/>
          </ac:spMkLst>
        </pc:spChg>
        <pc:spChg chg="add del mod">
          <ac:chgData name="Giannis Papadopoulos" userId="011f885267094b50" providerId="LiveId" clId="{1CA7F863-120F-4338-B7D1-787104A621F1}" dt="2026-09-29T09:15:54.358" v="3811" actId="478"/>
          <ac:spMkLst>
            <pc:docMk/>
            <pc:sldMk cId="339614534" sldId="269"/>
            <ac:spMk id="63" creationId="{6F30C720-A093-B7CC-960E-7740C3C1D766}"/>
          </ac:spMkLst>
        </pc:spChg>
        <pc:spChg chg="add">
          <ac:chgData name="Giannis Papadopoulos" userId="011f885267094b50" providerId="LiveId" clId="{1CA7F863-120F-4338-B7D1-787104A621F1}" dt="2026-09-29T09:16:58.746" v="3812" actId="22"/>
          <ac:spMkLst>
            <pc:docMk/>
            <pc:sldMk cId="339614534" sldId="269"/>
            <ac:spMk id="65" creationId="{B396D74B-ABC1-EE4E-BC26-E3BC32FC742E}"/>
          </ac:spMkLst>
        </pc:spChg>
        <pc:spChg chg="add mod">
          <ac:chgData name="Giannis Papadopoulos" userId="011f885267094b50" providerId="LiveId" clId="{1CA7F863-120F-4338-B7D1-787104A621F1}" dt="2026-09-29T09:17:02.463" v="3814" actId="571"/>
          <ac:spMkLst>
            <pc:docMk/>
            <pc:sldMk cId="339614534" sldId="269"/>
            <ac:spMk id="66" creationId="{AA40A1B8-7060-8160-9336-575FAFBC67F8}"/>
          </ac:spMkLst>
        </pc:spChg>
        <pc:spChg chg="add del mod">
          <ac:chgData name="Giannis Papadopoulos" userId="011f885267094b50" providerId="LiveId" clId="{1CA7F863-120F-4338-B7D1-787104A621F1}" dt="2026-09-29T09:17:58.208" v="3921"/>
          <ac:spMkLst>
            <pc:docMk/>
            <pc:sldMk cId="339614534" sldId="269"/>
            <ac:spMk id="67" creationId="{8906E3BC-8C08-1E7A-9757-45F1E2FC7575}"/>
          </ac:spMkLst>
        </pc:spChg>
        <pc:spChg chg="add mod">
          <ac:chgData name="Giannis Papadopoulos" userId="011f885267094b50" providerId="LiveId" clId="{1CA7F863-120F-4338-B7D1-787104A621F1}" dt="2026-09-29T09:18:04.891" v="3922" actId="1076"/>
          <ac:spMkLst>
            <pc:docMk/>
            <pc:sldMk cId="339614534" sldId="269"/>
            <ac:spMk id="69" creationId="{D1A70A26-5FDE-F3BB-53A9-8C8CFFCD05EE}"/>
          </ac:spMkLst>
        </pc:spChg>
        <pc:picChg chg="mod">
          <ac:chgData name="Giannis Papadopoulos" userId="011f885267094b50" providerId="LiveId" clId="{1CA7F863-120F-4338-B7D1-787104A621F1}" dt="2026-09-28T20:27:10.949" v="3356" actId="1076"/>
          <ac:picMkLst>
            <pc:docMk/>
            <pc:sldMk cId="339614534" sldId="269"/>
            <ac:picMk id="40" creationId="{00000000-0000-0000-0000-000000000000}"/>
          </ac:picMkLst>
        </pc:picChg>
        <pc:cxnChg chg="add mod">
          <ac:chgData name="Giannis Papadopoulos" userId="011f885267094b50" providerId="LiveId" clId="{1CA7F863-120F-4338-B7D1-787104A621F1}" dt="2026-09-27T17:55:17.445" v="1545" actId="14100"/>
          <ac:cxnSpMkLst>
            <pc:docMk/>
            <pc:sldMk cId="339614534" sldId="269"/>
            <ac:cxnSpMk id="19" creationId="{18DA8B3C-05F6-90A4-DD4B-663D6FE34234}"/>
          </ac:cxnSpMkLst>
        </pc:cxnChg>
        <pc:cxnChg chg="add mod">
          <ac:chgData name="Giannis Papadopoulos" userId="011f885267094b50" providerId="LiveId" clId="{1CA7F863-120F-4338-B7D1-787104A621F1}" dt="2026-09-27T17:54:23.768" v="1527" actId="14100"/>
          <ac:cxnSpMkLst>
            <pc:docMk/>
            <pc:sldMk cId="339614534" sldId="269"/>
            <ac:cxnSpMk id="27" creationId="{90FBAB13-4CD7-C00D-000B-F4BAD5A7BFB1}"/>
          </ac:cxnSpMkLst>
        </pc:cxnChg>
        <pc:cxnChg chg="add mod">
          <ac:chgData name="Giannis Papadopoulos" userId="011f885267094b50" providerId="LiveId" clId="{1CA7F863-120F-4338-B7D1-787104A621F1}" dt="2026-09-27T17:54:50.587" v="1541" actId="14100"/>
          <ac:cxnSpMkLst>
            <pc:docMk/>
            <pc:sldMk cId="339614534" sldId="269"/>
            <ac:cxnSpMk id="34" creationId="{5129030A-57D4-3CE7-4F32-FE788382F762}"/>
          </ac:cxnSpMkLst>
        </pc:cxnChg>
      </pc:sldChg>
      <pc:sldChg chg="modSp mod modNotesTx">
        <pc:chgData name="Giannis Papadopoulos" userId="011f885267094b50" providerId="LiveId" clId="{1CA7F863-120F-4338-B7D1-787104A621F1}" dt="2026-09-29T17:30:18.085" v="3939" actId="20577"/>
        <pc:sldMkLst>
          <pc:docMk/>
          <pc:sldMk cId="161716929" sldId="270"/>
        </pc:sldMkLst>
        <pc:spChg chg="mod">
          <ac:chgData name="Giannis Papadopoulos" userId="011f885267094b50" providerId="LiveId" clId="{1CA7F863-120F-4338-B7D1-787104A621F1}" dt="2026-09-28T22:08:41.243" v="3598" actId="20577"/>
          <ac:spMkLst>
            <pc:docMk/>
            <pc:sldMk cId="161716929" sldId="270"/>
            <ac:spMk id="7" creationId="{BF740861-CB68-44E6-859D-4BCA556D8EF7}"/>
          </ac:spMkLst>
        </pc:spChg>
      </pc:sldChg>
      <pc:sldChg chg="modSp mod modNotesTx">
        <pc:chgData name="Giannis Papadopoulos" userId="011f885267094b50" providerId="LiveId" clId="{1CA7F863-120F-4338-B7D1-787104A621F1}" dt="2026-09-29T17:30:21.404" v="3940" actId="20577"/>
        <pc:sldMkLst>
          <pc:docMk/>
          <pc:sldMk cId="176201808" sldId="271"/>
        </pc:sldMkLst>
        <pc:spChg chg="mod">
          <ac:chgData name="Giannis Papadopoulos" userId="011f885267094b50" providerId="LiveId" clId="{1CA7F863-120F-4338-B7D1-787104A621F1}" dt="2026-09-28T22:08:46.781" v="3600" actId="20577"/>
          <ac:spMkLst>
            <pc:docMk/>
            <pc:sldMk cId="176201808" sldId="271"/>
            <ac:spMk id="7" creationId="{A895FAF7-0C5F-4B85-A43E-7D92A280C16B}"/>
          </ac:spMkLst>
        </pc:spChg>
        <pc:spChg chg="mod">
          <ac:chgData name="Giannis Papadopoulos" userId="011f885267094b50" providerId="LiveId" clId="{1CA7F863-120F-4338-B7D1-787104A621F1}" dt="2026-09-27T18:18:22.562" v="1845" actId="1076"/>
          <ac:spMkLst>
            <pc:docMk/>
            <pc:sldMk cId="176201808" sldId="271"/>
            <ac:spMk id="15" creationId="{BCCE7DBF-3B88-44ED-A352-95F4F957AE94}"/>
          </ac:spMkLst>
        </pc:spChg>
      </pc:sldChg>
      <pc:sldChg chg="modSp mod modNotesTx">
        <pc:chgData name="Giannis Papadopoulos" userId="011f885267094b50" providerId="LiveId" clId="{1CA7F863-120F-4338-B7D1-787104A621F1}" dt="2026-09-29T17:30:24.383" v="3941" actId="20577"/>
        <pc:sldMkLst>
          <pc:docMk/>
          <pc:sldMk cId="1645094977" sldId="272"/>
        </pc:sldMkLst>
        <pc:spChg chg="mod">
          <ac:chgData name="Giannis Papadopoulos" userId="011f885267094b50" providerId="LiveId" clId="{1CA7F863-120F-4338-B7D1-787104A621F1}" dt="2026-09-28T22:08:54.948" v="3606" actId="20577"/>
          <ac:spMkLst>
            <pc:docMk/>
            <pc:sldMk cId="1645094977" sldId="272"/>
            <ac:spMk id="7" creationId="{CC6449B4-95B8-4778-B57D-9BE39869B97C}"/>
          </ac:spMkLst>
        </pc:spChg>
        <pc:spChg chg="mod">
          <ac:chgData name="Giannis Papadopoulos" userId="011f885267094b50" providerId="LiveId" clId="{1CA7F863-120F-4338-B7D1-787104A621F1}" dt="2026-09-27T08:09:56.859" v="4" actId="27636"/>
          <ac:spMkLst>
            <pc:docMk/>
            <pc:sldMk cId="1645094977" sldId="272"/>
            <ac:spMk id="10" creationId="{35AB66E3-3586-41A5-BB04-334CE30E9308}"/>
          </ac:spMkLst>
        </pc:spChg>
      </pc:sldChg>
      <pc:sldChg chg="modSp mod modNotesTx">
        <pc:chgData name="Giannis Papadopoulos" userId="011f885267094b50" providerId="LiveId" clId="{1CA7F863-120F-4338-B7D1-787104A621F1}" dt="2026-09-29T17:30:27.565" v="3942" actId="20577"/>
        <pc:sldMkLst>
          <pc:docMk/>
          <pc:sldMk cId="882539959" sldId="273"/>
        </pc:sldMkLst>
        <pc:spChg chg="mod">
          <ac:chgData name="Giannis Papadopoulos" userId="011f885267094b50" providerId="LiveId" clId="{1CA7F863-120F-4338-B7D1-787104A621F1}" dt="2026-09-27T18:21:14.077" v="1847" actId="14100"/>
          <ac:spMkLst>
            <pc:docMk/>
            <pc:sldMk cId="882539959" sldId="273"/>
            <ac:spMk id="5" creationId="{66628009-D116-43BE-90E2-EBD9B7EEE2E3}"/>
          </ac:spMkLst>
        </pc:spChg>
        <pc:spChg chg="mod">
          <ac:chgData name="Giannis Papadopoulos" userId="011f885267094b50" providerId="LiveId" clId="{1CA7F863-120F-4338-B7D1-787104A621F1}" dt="2026-09-28T22:09:00.122" v="3610" actId="20577"/>
          <ac:spMkLst>
            <pc:docMk/>
            <pc:sldMk cId="882539959" sldId="273"/>
            <ac:spMk id="11" creationId="{2311B22F-98B8-41C7-ABCB-4EE6F2452278}"/>
          </ac:spMkLst>
        </pc:spChg>
        <pc:picChg chg="mod">
          <ac:chgData name="Giannis Papadopoulos" userId="011f885267094b50" providerId="LiveId" clId="{1CA7F863-120F-4338-B7D1-787104A621F1}" dt="2026-09-27T18:21:19.481" v="1848" actId="14100"/>
          <ac:picMkLst>
            <pc:docMk/>
            <pc:sldMk cId="882539959" sldId="273"/>
            <ac:picMk id="18" creationId="{00000000-0000-0000-0000-000000000000}"/>
          </ac:picMkLst>
        </pc:picChg>
      </pc:sldChg>
      <pc:sldChg chg="addSp modSp mod modNotesTx">
        <pc:chgData name="Giannis Papadopoulos" userId="011f885267094b50" providerId="LiveId" clId="{1CA7F863-120F-4338-B7D1-787104A621F1}" dt="2026-09-29T17:30:30.578" v="3943" actId="20577"/>
        <pc:sldMkLst>
          <pc:docMk/>
          <pc:sldMk cId="1847317360" sldId="274"/>
        </pc:sldMkLst>
        <pc:spChg chg="add mod">
          <ac:chgData name="Giannis Papadopoulos" userId="011f885267094b50" providerId="LiveId" clId="{1CA7F863-120F-4338-B7D1-787104A621F1}" dt="2026-09-28T16:51:50.089" v="2651" actId="767"/>
          <ac:spMkLst>
            <pc:docMk/>
            <pc:sldMk cId="1847317360" sldId="274"/>
            <ac:spMk id="5" creationId="{29C1C138-21F5-88F1-5504-86DAC2D9F0AC}"/>
          </ac:spMkLst>
        </pc:spChg>
        <pc:spChg chg="mod">
          <ac:chgData name="Giannis Papadopoulos" userId="011f885267094b50" providerId="LiveId" clId="{1CA7F863-120F-4338-B7D1-787104A621F1}" dt="2026-09-28T22:09:05.012" v="3614" actId="20577"/>
          <ac:spMkLst>
            <pc:docMk/>
            <pc:sldMk cId="1847317360" sldId="274"/>
            <ac:spMk id="7" creationId="{9E35441C-0C96-4E9B-8752-9C68EEFA9803}"/>
          </ac:spMkLst>
        </pc:spChg>
        <pc:picChg chg="mod">
          <ac:chgData name="Giannis Papadopoulos" userId="011f885267094b50" providerId="LiveId" clId="{1CA7F863-120F-4338-B7D1-787104A621F1}" dt="2026-09-27T18:21:30.428" v="1850" actId="14100"/>
          <ac:picMkLst>
            <pc:docMk/>
            <pc:sldMk cId="1847317360" sldId="274"/>
            <ac:picMk id="19" creationId="{00000000-0000-0000-0000-000000000000}"/>
          </ac:picMkLst>
        </pc:picChg>
      </pc:sldChg>
      <pc:sldChg chg="del">
        <pc:chgData name="Giannis Papadopoulos" userId="011f885267094b50" providerId="LiveId" clId="{1CA7F863-120F-4338-B7D1-787104A621F1}" dt="2026-09-28T17:13:10.968" v="2699" actId="47"/>
        <pc:sldMkLst>
          <pc:docMk/>
          <pc:sldMk cId="1983746392" sldId="275"/>
        </pc:sldMkLst>
      </pc:sldChg>
      <pc:sldChg chg="addSp modSp mod ord modNotesTx">
        <pc:chgData name="Giannis Papadopoulos" userId="011f885267094b50" providerId="LiveId" clId="{1CA7F863-120F-4338-B7D1-787104A621F1}" dt="2026-09-29T17:30:39.865" v="3944" actId="20577"/>
        <pc:sldMkLst>
          <pc:docMk/>
          <pc:sldMk cId="1156295353" sldId="276"/>
        </pc:sldMkLst>
        <pc:spChg chg="mod">
          <ac:chgData name="Giannis Papadopoulos" userId="011f885267094b50" providerId="LiveId" clId="{1CA7F863-120F-4338-B7D1-787104A621F1}" dt="2026-09-28T22:09:25.232" v="3628" actId="20577"/>
          <ac:spMkLst>
            <pc:docMk/>
            <pc:sldMk cId="1156295353" sldId="276"/>
            <ac:spMk id="7" creationId="{D0B04D2F-57D3-4A9A-BAAB-178C9E1259BB}"/>
          </ac:spMkLst>
        </pc:spChg>
        <pc:spChg chg="add mod">
          <ac:chgData name="Giannis Papadopoulos" userId="011f885267094b50" providerId="LiveId" clId="{1CA7F863-120F-4338-B7D1-787104A621F1}" dt="2026-09-29T05:46:04.586" v="3665" actId="1036"/>
          <ac:spMkLst>
            <pc:docMk/>
            <pc:sldMk cId="1156295353" sldId="276"/>
            <ac:spMk id="8" creationId="{C2902DF2-5441-ADA7-DA16-FFF9121D06F0}"/>
          </ac:spMkLst>
        </pc:spChg>
      </pc:sldChg>
      <pc:sldChg chg="addSp delSp modSp mod modNotesTx">
        <pc:chgData name="Giannis Papadopoulos" userId="011f885267094b50" providerId="LiveId" clId="{1CA7F863-120F-4338-B7D1-787104A621F1}" dt="2026-09-29T17:30:44.819" v="3945" actId="20577"/>
        <pc:sldMkLst>
          <pc:docMk/>
          <pc:sldMk cId="655116075" sldId="277"/>
        </pc:sldMkLst>
        <pc:spChg chg="mod">
          <ac:chgData name="Giannis Papadopoulos" userId="011f885267094b50" providerId="LiveId" clId="{1CA7F863-120F-4338-B7D1-787104A621F1}" dt="2026-09-27T08:09:56.883" v="5" actId="27636"/>
          <ac:spMkLst>
            <pc:docMk/>
            <pc:sldMk cId="655116075" sldId="277"/>
            <ac:spMk id="3" creationId="{C24A08B8-1A45-4741-B98B-C5F841387EF0}"/>
          </ac:spMkLst>
        </pc:spChg>
        <pc:spChg chg="mod">
          <ac:chgData name="Giannis Papadopoulos" userId="011f885267094b50" providerId="LiveId" clId="{1CA7F863-120F-4338-B7D1-787104A621F1}" dt="2026-09-28T22:09:43.532" v="3634" actId="20577"/>
          <ac:spMkLst>
            <pc:docMk/>
            <pc:sldMk cId="655116075" sldId="277"/>
            <ac:spMk id="11" creationId="{BA6EBD3F-406B-4C6B-98DB-895D0B47225B}"/>
          </ac:spMkLst>
        </pc:spChg>
        <pc:picChg chg="add mod">
          <ac:chgData name="Giannis Papadopoulos" userId="011f885267094b50" providerId="LiveId" clId="{1CA7F863-120F-4338-B7D1-787104A621F1}" dt="2026-09-28T20:41:03.678" v="3474" actId="1076"/>
          <ac:picMkLst>
            <pc:docMk/>
            <pc:sldMk cId="655116075" sldId="277"/>
            <ac:picMk id="9" creationId="{98E43343-5904-FB61-C65C-AF96552A9B8B}"/>
          </ac:picMkLst>
        </pc:picChg>
        <pc:picChg chg="del">
          <ac:chgData name="Giannis Papadopoulos" userId="011f885267094b50" providerId="LiveId" clId="{1CA7F863-120F-4338-B7D1-787104A621F1}" dt="2026-09-28T20:40:51.119" v="3471" actId="478"/>
          <ac:picMkLst>
            <pc:docMk/>
            <pc:sldMk cId="655116075" sldId="277"/>
            <ac:picMk id="18" creationId="{00000000-0000-0000-0000-000000000000}"/>
          </ac:picMkLst>
        </pc:picChg>
      </pc:sldChg>
      <pc:sldChg chg="addSp delSp modSp mod modNotesTx">
        <pc:chgData name="Giannis Papadopoulos" userId="011f885267094b50" providerId="LiveId" clId="{1CA7F863-120F-4338-B7D1-787104A621F1}" dt="2026-09-29T17:30:47.863" v="3946" actId="20577"/>
        <pc:sldMkLst>
          <pc:docMk/>
          <pc:sldMk cId="839733155" sldId="278"/>
        </pc:sldMkLst>
        <pc:spChg chg="mod">
          <ac:chgData name="Giannis Papadopoulos" userId="011f885267094b50" providerId="LiveId" clId="{1CA7F863-120F-4338-B7D1-787104A621F1}" dt="2026-09-28T22:09:47.436" v="3636" actId="20577"/>
          <ac:spMkLst>
            <pc:docMk/>
            <pc:sldMk cId="839733155" sldId="278"/>
            <ac:spMk id="7" creationId="{0645F7E3-6AFB-4CA6-8ADA-15FB18F153B9}"/>
          </ac:spMkLst>
        </pc:spChg>
        <pc:spChg chg="add mod">
          <ac:chgData name="Giannis Papadopoulos" userId="011f885267094b50" providerId="LiveId" clId="{1CA7F863-120F-4338-B7D1-787104A621F1}" dt="2026-09-27T18:59:51.906" v="1935" actId="1076"/>
          <ac:spMkLst>
            <pc:docMk/>
            <pc:sldMk cId="839733155" sldId="278"/>
            <ac:spMk id="20" creationId="{156033A4-067E-BCEA-DEDA-74927B168AEA}"/>
          </ac:spMkLst>
        </pc:spChg>
        <pc:spChg chg="mod">
          <ac:chgData name="Giannis Papadopoulos" userId="011f885267094b50" providerId="LiveId" clId="{1CA7F863-120F-4338-B7D1-787104A621F1}" dt="2026-09-27T18:53:11.105" v="1868" actId="14100"/>
          <ac:spMkLst>
            <pc:docMk/>
            <pc:sldMk cId="839733155" sldId="278"/>
            <ac:spMk id="22" creationId="{679A3854-0464-4467-94E4-CE2616AD5127}"/>
          </ac:spMkLst>
        </pc:spChg>
        <pc:spChg chg="add mod">
          <ac:chgData name="Giannis Papadopoulos" userId="011f885267094b50" providerId="LiveId" clId="{1CA7F863-120F-4338-B7D1-787104A621F1}" dt="2026-09-27T19:00:06.713" v="1936" actId="1076"/>
          <ac:spMkLst>
            <pc:docMk/>
            <pc:sldMk cId="839733155" sldId="278"/>
            <ac:spMk id="24" creationId="{7A906AE1-3463-A3CF-0048-B4E49C253B10}"/>
          </ac:spMkLst>
        </pc:spChg>
        <pc:spChg chg="add mod">
          <ac:chgData name="Giannis Papadopoulos" userId="011f885267094b50" providerId="LiveId" clId="{1CA7F863-120F-4338-B7D1-787104A621F1}" dt="2026-09-27T19:00:06.713" v="1936" actId="1076"/>
          <ac:spMkLst>
            <pc:docMk/>
            <pc:sldMk cId="839733155" sldId="278"/>
            <ac:spMk id="26" creationId="{1842EB44-8005-8BAA-3E9F-21D811A9E25C}"/>
          </ac:spMkLst>
        </pc:spChg>
        <pc:spChg chg="add mod">
          <ac:chgData name="Giannis Papadopoulos" userId="011f885267094b50" providerId="LiveId" clId="{1CA7F863-120F-4338-B7D1-787104A621F1}" dt="2026-09-27T19:00:06.713" v="1936" actId="1076"/>
          <ac:spMkLst>
            <pc:docMk/>
            <pc:sldMk cId="839733155" sldId="278"/>
            <ac:spMk id="29" creationId="{D3458653-4DE3-F923-D569-006302483F94}"/>
          </ac:spMkLst>
        </pc:spChg>
        <pc:spChg chg="add mod">
          <ac:chgData name="Giannis Papadopoulos" userId="011f885267094b50" providerId="LiveId" clId="{1CA7F863-120F-4338-B7D1-787104A621F1}" dt="2026-09-27T19:00:14.774" v="1938" actId="1076"/>
          <ac:spMkLst>
            <pc:docMk/>
            <pc:sldMk cId="839733155" sldId="278"/>
            <ac:spMk id="31" creationId="{BE28E344-E734-627D-DEA4-75568D940337}"/>
          </ac:spMkLst>
        </pc:spChg>
        <pc:spChg chg="add mod">
          <ac:chgData name="Giannis Papadopoulos" userId="011f885267094b50" providerId="LiveId" clId="{1CA7F863-120F-4338-B7D1-787104A621F1}" dt="2026-09-28T08:30:26.598" v="2052" actId="20577"/>
          <ac:spMkLst>
            <pc:docMk/>
            <pc:sldMk cId="839733155" sldId="278"/>
            <ac:spMk id="37" creationId="{F1C57A21-0839-4F64-CC46-077FD0AB2605}"/>
          </ac:spMkLst>
        </pc:spChg>
        <pc:picChg chg="add del mod">
          <ac:chgData name="Giannis Papadopoulos" userId="011f885267094b50" providerId="LiveId" clId="{1CA7F863-120F-4338-B7D1-787104A621F1}" dt="2026-09-28T08:27:17.004" v="2038" actId="478"/>
          <ac:picMkLst>
            <pc:docMk/>
            <pc:sldMk cId="839733155" sldId="278"/>
            <ac:picMk id="33" creationId="{0763EB9E-2C96-F128-64B5-AB6030E5D73D}"/>
          </ac:picMkLst>
        </pc:picChg>
        <pc:picChg chg="add mod">
          <ac:chgData name="Giannis Papadopoulos" userId="011f885267094b50" providerId="LiveId" clId="{1CA7F863-120F-4338-B7D1-787104A621F1}" dt="2026-09-28T08:27:21.385" v="2040" actId="1076"/>
          <ac:picMkLst>
            <pc:docMk/>
            <pc:sldMk cId="839733155" sldId="278"/>
            <ac:picMk id="35" creationId="{520D916E-CFCC-C700-CA5C-8766FB6584E4}"/>
          </ac:picMkLst>
        </pc:picChg>
        <pc:picChg chg="add mod">
          <ac:chgData name="Giannis Papadopoulos" userId="011f885267094b50" providerId="LiveId" clId="{1CA7F863-120F-4338-B7D1-787104A621F1}" dt="2026-09-28T08:36:16.277" v="2054" actId="1076"/>
          <ac:picMkLst>
            <pc:docMk/>
            <pc:sldMk cId="839733155" sldId="278"/>
            <ac:picMk id="39" creationId="{D62EF561-336F-9E2F-A663-4AB60FF3850A}"/>
          </ac:picMkLst>
        </pc:picChg>
        <pc:picChg chg="mod">
          <ac:chgData name="Giannis Papadopoulos" userId="011f885267094b50" providerId="LiveId" clId="{1CA7F863-120F-4338-B7D1-787104A621F1}" dt="2026-09-27T18:59:47.901" v="1934" actId="1076"/>
          <ac:picMkLst>
            <pc:docMk/>
            <pc:sldMk cId="839733155" sldId="278"/>
            <ac:picMk id="42" creationId="{00000000-0000-0000-0000-000000000000}"/>
          </ac:picMkLst>
        </pc:picChg>
        <pc:picChg chg="mod">
          <ac:chgData name="Giannis Papadopoulos" userId="011f885267094b50" providerId="LiveId" clId="{1CA7F863-120F-4338-B7D1-787104A621F1}" dt="2026-09-27T18:59:47.901" v="1934" actId="1076"/>
          <ac:picMkLst>
            <pc:docMk/>
            <pc:sldMk cId="839733155" sldId="278"/>
            <ac:picMk id="43" creationId="{00000000-0000-0000-0000-000000000000}"/>
          </ac:picMkLst>
        </pc:picChg>
      </pc:sldChg>
      <pc:sldChg chg="addSp delSp modSp mod modNotesTx">
        <pc:chgData name="Giannis Papadopoulos" userId="011f885267094b50" providerId="LiveId" clId="{1CA7F863-120F-4338-B7D1-787104A621F1}" dt="2026-09-29T17:30:50.633" v="3947" actId="20577"/>
        <pc:sldMkLst>
          <pc:docMk/>
          <pc:sldMk cId="1546648721" sldId="279"/>
        </pc:sldMkLst>
        <pc:spChg chg="mod">
          <ac:chgData name="Giannis Papadopoulos" userId="011f885267094b50" providerId="LiveId" clId="{1CA7F863-120F-4338-B7D1-787104A621F1}" dt="2026-09-28T22:09:51.946" v="3640" actId="20577"/>
          <ac:spMkLst>
            <pc:docMk/>
            <pc:sldMk cId="1546648721" sldId="279"/>
            <ac:spMk id="7" creationId="{1031BE26-2897-47C7-A0BB-21386F39DC88}"/>
          </ac:spMkLst>
        </pc:spChg>
        <pc:spChg chg="mod">
          <ac:chgData name="Giannis Papadopoulos" userId="011f885267094b50" providerId="LiveId" clId="{1CA7F863-120F-4338-B7D1-787104A621F1}" dt="2026-09-27T19:17:54.342" v="1946" actId="1076"/>
          <ac:spMkLst>
            <pc:docMk/>
            <pc:sldMk cId="1546648721" sldId="279"/>
            <ac:spMk id="9" creationId="{B61F67D2-8E7C-4FA3-A0D4-24779AB8BF82}"/>
          </ac:spMkLst>
        </pc:spChg>
        <pc:spChg chg="mod">
          <ac:chgData name="Giannis Papadopoulos" userId="011f885267094b50" providerId="LiveId" clId="{1CA7F863-120F-4338-B7D1-787104A621F1}" dt="2026-09-27T19:19:00.186" v="1967" actId="1076"/>
          <ac:spMkLst>
            <pc:docMk/>
            <pc:sldMk cId="1546648721" sldId="279"/>
            <ac:spMk id="11" creationId="{58E7F3FB-C0D2-4CF8-B505-B0D6F0F9001E}"/>
          </ac:spMkLst>
        </pc:spChg>
        <pc:spChg chg="mod">
          <ac:chgData name="Giannis Papadopoulos" userId="011f885267094b50" providerId="LiveId" clId="{1CA7F863-120F-4338-B7D1-787104A621F1}" dt="2026-09-27T19:17:59.803" v="1948" actId="1076"/>
          <ac:spMkLst>
            <pc:docMk/>
            <pc:sldMk cId="1546648721" sldId="279"/>
            <ac:spMk id="13" creationId="{3B951CC6-F2AB-496F-AD1B-674972D13193}"/>
          </ac:spMkLst>
        </pc:spChg>
        <pc:spChg chg="mod">
          <ac:chgData name="Giannis Papadopoulos" userId="011f885267094b50" providerId="LiveId" clId="{1CA7F863-120F-4338-B7D1-787104A621F1}" dt="2026-09-27T19:19:39.375" v="1969" actId="20577"/>
          <ac:spMkLst>
            <pc:docMk/>
            <pc:sldMk cId="1546648721" sldId="279"/>
            <ac:spMk id="15" creationId="{4ABA35F6-E53E-4B77-AE99-9154A40A775C}"/>
          </ac:spMkLst>
        </pc:spChg>
        <pc:picChg chg="add mod">
          <ac:chgData name="Giannis Papadopoulos" userId="011f885267094b50" providerId="LiveId" clId="{1CA7F863-120F-4338-B7D1-787104A621F1}" dt="2026-09-27T19:18:23.314" v="1956" actId="14100"/>
          <ac:picMkLst>
            <pc:docMk/>
            <pc:sldMk cId="1546648721" sldId="279"/>
            <ac:picMk id="5" creationId="{5FF08A14-2840-C3C6-B0BC-B2879AAF4D9F}"/>
          </ac:picMkLst>
        </pc:picChg>
        <pc:picChg chg="add mod">
          <ac:chgData name="Giannis Papadopoulos" userId="011f885267094b50" providerId="LiveId" clId="{1CA7F863-120F-4338-B7D1-787104A621F1}" dt="2026-09-27T19:19:14.285" v="1968" actId="1076"/>
          <ac:picMkLst>
            <pc:docMk/>
            <pc:sldMk cId="1546648721" sldId="279"/>
            <ac:picMk id="8" creationId="{11BE6A8E-A39E-EC5C-36D1-718981AA715F}"/>
          </ac:picMkLst>
        </pc:picChg>
        <pc:picChg chg="add mod">
          <ac:chgData name="Giannis Papadopoulos" userId="011f885267094b50" providerId="LiveId" clId="{1CA7F863-120F-4338-B7D1-787104A621F1}" dt="2026-09-27T19:18:52.585" v="1965" actId="1076"/>
          <ac:picMkLst>
            <pc:docMk/>
            <pc:sldMk cId="1546648721" sldId="279"/>
            <ac:picMk id="10" creationId="{C2685842-8A23-57CB-750B-46D2320A9943}"/>
          </ac:picMkLst>
        </pc:picChg>
        <pc:picChg chg="add mod">
          <ac:chgData name="Giannis Papadopoulos" userId="011f885267094b50" providerId="LiveId" clId="{1CA7F863-120F-4338-B7D1-787104A621F1}" dt="2026-09-28T09:17:16.663" v="2059" actId="1076"/>
          <ac:picMkLst>
            <pc:docMk/>
            <pc:sldMk cId="1546648721" sldId="279"/>
            <ac:picMk id="14" creationId="{153F97A9-52E2-3AF2-6D3B-5E70A96BCF80}"/>
          </ac:picMkLst>
        </pc:picChg>
      </pc:sldChg>
      <pc:sldChg chg="addSp delSp modSp mod modNotesTx">
        <pc:chgData name="Giannis Papadopoulos" userId="011f885267094b50" providerId="LiveId" clId="{1CA7F863-120F-4338-B7D1-787104A621F1}" dt="2026-09-29T17:30:55.049" v="3948" actId="20577"/>
        <pc:sldMkLst>
          <pc:docMk/>
          <pc:sldMk cId="1781840647" sldId="280"/>
        </pc:sldMkLst>
        <pc:spChg chg="mod">
          <ac:chgData name="Giannis Papadopoulos" userId="011f885267094b50" providerId="LiveId" clId="{1CA7F863-120F-4338-B7D1-787104A621F1}" dt="2026-09-28T22:10:01.958" v="3648" actId="20577"/>
          <ac:spMkLst>
            <pc:docMk/>
            <pc:sldMk cId="1781840647" sldId="280"/>
            <ac:spMk id="7" creationId="{7FFABC4E-9768-4E04-A8F2-5D8D35E84B7C}"/>
          </ac:spMkLst>
        </pc:spChg>
        <pc:spChg chg="del mod">
          <ac:chgData name="Giannis Papadopoulos" userId="011f885267094b50" providerId="LiveId" clId="{1CA7F863-120F-4338-B7D1-787104A621F1}" dt="2026-09-28T06:05:55.690" v="2025" actId="478"/>
          <ac:spMkLst>
            <pc:docMk/>
            <pc:sldMk cId="1781840647" sldId="280"/>
            <ac:spMk id="12" creationId="{D80DCA53-363B-4B42-847B-51BCD134D8E6}"/>
          </ac:spMkLst>
        </pc:spChg>
        <pc:spChg chg="del mod">
          <ac:chgData name="Giannis Papadopoulos" userId="011f885267094b50" providerId="LiveId" clId="{1CA7F863-120F-4338-B7D1-787104A621F1}" dt="2026-09-28T06:05:33.998" v="2022" actId="478"/>
          <ac:spMkLst>
            <pc:docMk/>
            <pc:sldMk cId="1781840647" sldId="280"/>
            <ac:spMk id="14" creationId="{5A72BFAB-8B11-477D-8A55-DBA15801DF0A}"/>
          </ac:spMkLst>
        </pc:spChg>
        <pc:spChg chg="del mod">
          <ac:chgData name="Giannis Papadopoulos" userId="011f885267094b50" providerId="LiveId" clId="{1CA7F863-120F-4338-B7D1-787104A621F1}" dt="2026-09-28T06:06:01.510" v="2026" actId="478"/>
          <ac:spMkLst>
            <pc:docMk/>
            <pc:sldMk cId="1781840647" sldId="280"/>
            <ac:spMk id="16" creationId="{C7B16108-D1FC-44B3-993D-5DB4A05654E0}"/>
          </ac:spMkLst>
        </pc:spChg>
        <pc:spChg chg="del mod">
          <ac:chgData name="Giannis Papadopoulos" userId="011f885267094b50" providerId="LiveId" clId="{1CA7F863-120F-4338-B7D1-787104A621F1}" dt="2026-09-28T06:05:33.998" v="2022" actId="478"/>
          <ac:spMkLst>
            <pc:docMk/>
            <pc:sldMk cId="1781840647" sldId="280"/>
            <ac:spMk id="17" creationId="{03D47981-9AF0-4119-8022-414A93525FB0}"/>
          </ac:spMkLst>
        </pc:spChg>
        <pc:spChg chg="add del mod">
          <ac:chgData name="Giannis Papadopoulos" userId="011f885267094b50" providerId="LiveId" clId="{1CA7F863-120F-4338-B7D1-787104A621F1}" dt="2026-09-28T10:05:40.650" v="2070"/>
          <ac:spMkLst>
            <pc:docMk/>
            <pc:sldMk cId="1781840647" sldId="280"/>
            <ac:spMk id="40" creationId="{12D57277-BE04-8C68-C3C2-5B5E891B50A5}"/>
          </ac:spMkLst>
        </pc:spChg>
        <pc:spChg chg="add mod">
          <ac:chgData name="Giannis Papadopoulos" userId="011f885267094b50" providerId="LiveId" clId="{1CA7F863-120F-4338-B7D1-787104A621F1}" dt="2026-09-28T10:06:39.846" v="2092" actId="207"/>
          <ac:spMkLst>
            <pc:docMk/>
            <pc:sldMk cId="1781840647" sldId="280"/>
            <ac:spMk id="41" creationId="{A495D387-0645-8580-A3D1-E5B9769479E2}"/>
          </ac:spMkLst>
        </pc:spChg>
        <pc:spChg chg="add mod">
          <ac:chgData name="Giannis Papadopoulos" userId="011f885267094b50" providerId="LiveId" clId="{1CA7F863-120F-4338-B7D1-787104A621F1}" dt="2026-09-28T10:29:20.668" v="2196" actId="1076"/>
          <ac:spMkLst>
            <pc:docMk/>
            <pc:sldMk cId="1781840647" sldId="280"/>
            <ac:spMk id="43" creationId="{51F0842A-C90B-302D-020F-A69116FC54A4}"/>
          </ac:spMkLst>
        </pc:spChg>
        <pc:spChg chg="add mod">
          <ac:chgData name="Giannis Papadopoulos" userId="011f885267094b50" providerId="LiveId" clId="{1CA7F863-120F-4338-B7D1-787104A621F1}" dt="2026-09-28T10:07:30.316" v="2102" actId="20577"/>
          <ac:spMkLst>
            <pc:docMk/>
            <pc:sldMk cId="1781840647" sldId="280"/>
            <ac:spMk id="45" creationId="{33FB0C5F-FF5B-FD52-7ABF-8AEC2EEEE757}"/>
          </ac:spMkLst>
        </pc:spChg>
        <pc:spChg chg="add mod">
          <ac:chgData name="Giannis Papadopoulos" userId="011f885267094b50" providerId="LiveId" clId="{1CA7F863-120F-4338-B7D1-787104A621F1}" dt="2026-09-28T10:08:57.100" v="2115" actId="1076"/>
          <ac:spMkLst>
            <pc:docMk/>
            <pc:sldMk cId="1781840647" sldId="280"/>
            <ac:spMk id="46" creationId="{A61ED567-3D8F-F0E0-7FA3-AF6B1269DF60}"/>
          </ac:spMkLst>
        </pc:spChg>
        <pc:spChg chg="add mod">
          <ac:chgData name="Giannis Papadopoulos" userId="011f885267094b50" providerId="LiveId" clId="{1CA7F863-120F-4338-B7D1-787104A621F1}" dt="2026-09-28T10:09:44.789" v="2184" actId="20577"/>
          <ac:spMkLst>
            <pc:docMk/>
            <pc:sldMk cId="1781840647" sldId="280"/>
            <ac:spMk id="47" creationId="{1151BF33-7995-FBD3-48D2-F6A64D5AD260}"/>
          </ac:spMkLst>
        </pc:spChg>
        <pc:spChg chg="add mod">
          <ac:chgData name="Giannis Papadopoulos" userId="011f885267094b50" providerId="LiveId" clId="{1CA7F863-120F-4338-B7D1-787104A621F1}" dt="2026-09-28T10:30:51.845" v="2207" actId="1076"/>
          <ac:spMkLst>
            <pc:docMk/>
            <pc:sldMk cId="1781840647" sldId="280"/>
            <ac:spMk id="49" creationId="{C9EE20AA-E213-8018-EAFC-3C67A9474F0D}"/>
          </ac:spMkLst>
        </pc:spChg>
        <pc:spChg chg="add mod">
          <ac:chgData name="Giannis Papadopoulos" userId="011f885267094b50" providerId="LiveId" clId="{1CA7F863-120F-4338-B7D1-787104A621F1}" dt="2026-09-28T10:31:07.944" v="2211" actId="255"/>
          <ac:spMkLst>
            <pc:docMk/>
            <pc:sldMk cId="1781840647" sldId="280"/>
            <ac:spMk id="51" creationId="{F663626F-4FA4-852E-A93B-7B7ABDD73C1C}"/>
          </ac:spMkLst>
        </pc:spChg>
        <pc:spChg chg="add mod">
          <ac:chgData name="Giannis Papadopoulos" userId="011f885267094b50" providerId="LiveId" clId="{1CA7F863-120F-4338-B7D1-787104A621F1}" dt="2026-09-28T10:31:34.729" v="2215" actId="1076"/>
          <ac:spMkLst>
            <pc:docMk/>
            <pc:sldMk cId="1781840647" sldId="280"/>
            <ac:spMk id="54" creationId="{1B6358DE-AE8E-161C-A3B2-FAB446A1A91A}"/>
          </ac:spMkLst>
        </pc:spChg>
        <pc:spChg chg="add mod">
          <ac:chgData name="Giannis Papadopoulos" userId="011f885267094b50" providerId="LiveId" clId="{1CA7F863-120F-4338-B7D1-787104A621F1}" dt="2026-09-28T10:30:55.510" v="2208" actId="1076"/>
          <ac:spMkLst>
            <pc:docMk/>
            <pc:sldMk cId="1781840647" sldId="280"/>
            <ac:spMk id="57" creationId="{52B5F6BA-9A65-F8B2-5346-4B94F356A6A2}"/>
          </ac:spMkLst>
        </pc:spChg>
        <pc:spChg chg="add del mod">
          <ac:chgData name="Giannis Papadopoulos" userId="011f885267094b50" providerId="LiveId" clId="{1CA7F863-120F-4338-B7D1-787104A621F1}" dt="2026-09-28T10:55:36.059" v="2261"/>
          <ac:spMkLst>
            <pc:docMk/>
            <pc:sldMk cId="1781840647" sldId="280"/>
            <ac:spMk id="58" creationId="{EFC63B79-FF94-E182-1BB2-E960A76D7769}"/>
          </ac:spMkLst>
        </pc:spChg>
        <pc:picChg chg="add del mod">
          <ac:chgData name="Giannis Papadopoulos" userId="011f885267094b50" providerId="LiveId" clId="{1CA7F863-120F-4338-B7D1-787104A621F1}" dt="2026-09-28T06:05:47.590" v="2023" actId="478"/>
          <ac:picMkLst>
            <pc:docMk/>
            <pc:sldMk cId="1781840647" sldId="280"/>
            <ac:picMk id="9" creationId="{8E03EA74-1DFB-819E-F24E-DDB780DF23C1}"/>
          </ac:picMkLst>
        </pc:picChg>
        <pc:picChg chg="add del mod">
          <ac:chgData name="Giannis Papadopoulos" userId="011f885267094b50" providerId="LiveId" clId="{1CA7F863-120F-4338-B7D1-787104A621F1}" dt="2026-09-28T06:05:47.590" v="2023" actId="478"/>
          <ac:picMkLst>
            <pc:docMk/>
            <pc:sldMk cId="1781840647" sldId="280"/>
            <ac:picMk id="10" creationId="{40A90772-E751-2B13-0565-1330B80455A2}"/>
          </ac:picMkLst>
        </pc:picChg>
        <pc:picChg chg="add del mod">
          <ac:chgData name="Giannis Papadopoulos" userId="011f885267094b50" providerId="LiveId" clId="{1CA7F863-120F-4338-B7D1-787104A621F1}" dt="2026-09-28T06:05:47.590" v="2023" actId="478"/>
          <ac:picMkLst>
            <pc:docMk/>
            <pc:sldMk cId="1781840647" sldId="280"/>
            <ac:picMk id="11" creationId="{19DD6AD0-C2E7-3B05-D4BD-906A42ADF3FE}"/>
          </ac:picMkLst>
        </pc:picChg>
        <pc:picChg chg="add del mod">
          <ac:chgData name="Giannis Papadopoulos" userId="011f885267094b50" providerId="LiveId" clId="{1CA7F863-120F-4338-B7D1-787104A621F1}" dt="2026-09-28T06:05:47.590" v="2023" actId="478"/>
          <ac:picMkLst>
            <pc:docMk/>
            <pc:sldMk cId="1781840647" sldId="280"/>
            <ac:picMk id="13" creationId="{4FA8514C-B3D5-4D78-B862-E0BF367F43D9}"/>
          </ac:picMkLst>
        </pc:picChg>
        <pc:picChg chg="add del mod">
          <ac:chgData name="Giannis Papadopoulos" userId="011f885267094b50" providerId="LiveId" clId="{1CA7F863-120F-4338-B7D1-787104A621F1}" dt="2026-09-28T06:05:47.590" v="2023" actId="478"/>
          <ac:picMkLst>
            <pc:docMk/>
            <pc:sldMk cId="1781840647" sldId="280"/>
            <ac:picMk id="15" creationId="{CBCE4943-238D-B194-FBA1-272067FC41BF}"/>
          </ac:picMkLst>
        </pc:picChg>
        <pc:picChg chg="add del mod">
          <ac:chgData name="Giannis Papadopoulos" userId="011f885267094b50" providerId="LiveId" clId="{1CA7F863-120F-4338-B7D1-787104A621F1}" dt="2026-09-28T06:05:33.998" v="2022" actId="478"/>
          <ac:picMkLst>
            <pc:docMk/>
            <pc:sldMk cId="1781840647" sldId="280"/>
            <ac:picMk id="20" creationId="{98F81203-EE0A-0F05-7B24-C1A97A9C1D9D}"/>
          </ac:picMkLst>
        </pc:picChg>
        <pc:picChg chg="add del mod">
          <ac:chgData name="Giannis Papadopoulos" userId="011f885267094b50" providerId="LiveId" clId="{1CA7F863-120F-4338-B7D1-787104A621F1}" dt="2026-09-28T06:05:33.998" v="2022" actId="478"/>
          <ac:picMkLst>
            <pc:docMk/>
            <pc:sldMk cId="1781840647" sldId="280"/>
            <ac:picMk id="21" creationId="{BA3BEDD7-69B4-BEA5-BC8C-785B011EB6FE}"/>
          </ac:picMkLst>
        </pc:picChg>
        <pc:picChg chg="add del mod">
          <ac:chgData name="Giannis Papadopoulos" userId="011f885267094b50" providerId="LiveId" clId="{1CA7F863-120F-4338-B7D1-787104A621F1}" dt="2026-09-28T06:05:33.998" v="2022" actId="478"/>
          <ac:picMkLst>
            <pc:docMk/>
            <pc:sldMk cId="1781840647" sldId="280"/>
            <ac:picMk id="22" creationId="{C852661B-89C4-D483-B24A-22AEFDFA5EBC}"/>
          </ac:picMkLst>
        </pc:picChg>
        <pc:picChg chg="add del mod">
          <ac:chgData name="Giannis Papadopoulos" userId="011f885267094b50" providerId="LiveId" clId="{1CA7F863-120F-4338-B7D1-787104A621F1}" dt="2026-09-28T06:05:33.998" v="2022" actId="478"/>
          <ac:picMkLst>
            <pc:docMk/>
            <pc:sldMk cId="1781840647" sldId="280"/>
            <ac:picMk id="24" creationId="{3C7ABE2C-4A50-2DC1-6092-1A74A0988EF6}"/>
          </ac:picMkLst>
        </pc:picChg>
        <pc:picChg chg="add del mod">
          <ac:chgData name="Giannis Papadopoulos" userId="011f885267094b50" providerId="LiveId" clId="{1CA7F863-120F-4338-B7D1-787104A621F1}" dt="2026-09-28T06:05:47.590" v="2023" actId="478"/>
          <ac:picMkLst>
            <pc:docMk/>
            <pc:sldMk cId="1781840647" sldId="280"/>
            <ac:picMk id="25" creationId="{B0EEB98C-E7CD-59E6-9664-6303AC2C7036}"/>
          </ac:picMkLst>
        </pc:picChg>
        <pc:picChg chg="add del mod">
          <ac:chgData name="Giannis Papadopoulos" userId="011f885267094b50" providerId="LiveId" clId="{1CA7F863-120F-4338-B7D1-787104A621F1}" dt="2026-09-28T06:05:28.046" v="2021" actId="478"/>
          <ac:picMkLst>
            <pc:docMk/>
            <pc:sldMk cId="1781840647" sldId="280"/>
            <ac:picMk id="26" creationId="{3A867F76-45F6-C963-FFCC-47FC4BE5C8CC}"/>
          </ac:picMkLst>
        </pc:picChg>
        <pc:picChg chg="mod">
          <ac:chgData name="Giannis Papadopoulos" userId="011f885267094b50" providerId="LiveId" clId="{1CA7F863-120F-4338-B7D1-787104A621F1}" dt="2026-09-28T10:06:57.527" v="2096" actId="1076"/>
          <ac:picMkLst>
            <pc:docMk/>
            <pc:sldMk cId="1781840647" sldId="280"/>
            <ac:picMk id="27" creationId="{00000000-0000-0000-0000-000000000000}"/>
          </ac:picMkLst>
        </pc:picChg>
        <pc:picChg chg="mod">
          <ac:chgData name="Giannis Papadopoulos" userId="011f885267094b50" providerId="LiveId" clId="{1CA7F863-120F-4338-B7D1-787104A621F1}" dt="2026-09-28T10:34:10.402" v="2225" actId="14100"/>
          <ac:picMkLst>
            <pc:docMk/>
            <pc:sldMk cId="1781840647" sldId="280"/>
            <ac:picMk id="28" creationId="{00000000-0000-0000-0000-000000000000}"/>
          </ac:picMkLst>
        </pc:picChg>
        <pc:picChg chg="add del mod">
          <ac:chgData name="Giannis Papadopoulos" userId="011f885267094b50" providerId="LiveId" clId="{1CA7F863-120F-4338-B7D1-787104A621F1}" dt="2026-09-28T06:05:28.046" v="2021" actId="478"/>
          <ac:picMkLst>
            <pc:docMk/>
            <pc:sldMk cId="1781840647" sldId="280"/>
            <ac:picMk id="30" creationId="{FB60ADB2-C16E-C01D-A687-9817D7E819B4}"/>
          </ac:picMkLst>
        </pc:picChg>
        <pc:picChg chg="add del mod">
          <ac:chgData name="Giannis Papadopoulos" userId="011f885267094b50" providerId="LiveId" clId="{1CA7F863-120F-4338-B7D1-787104A621F1}" dt="2026-09-28T06:05:28.046" v="2021" actId="478"/>
          <ac:picMkLst>
            <pc:docMk/>
            <pc:sldMk cId="1781840647" sldId="280"/>
            <ac:picMk id="32" creationId="{B015A3F3-9997-6E4A-F5FC-36A98F7529A2}"/>
          </ac:picMkLst>
        </pc:picChg>
        <pc:picChg chg="add del mod">
          <ac:chgData name="Giannis Papadopoulos" userId="011f885267094b50" providerId="LiveId" clId="{1CA7F863-120F-4338-B7D1-787104A621F1}" dt="2026-09-28T06:05:28.046" v="2021" actId="478"/>
          <ac:picMkLst>
            <pc:docMk/>
            <pc:sldMk cId="1781840647" sldId="280"/>
            <ac:picMk id="34" creationId="{CB4259B5-840A-2575-3EF5-96664DF56B1A}"/>
          </ac:picMkLst>
        </pc:picChg>
        <pc:picChg chg="add del mod">
          <ac:chgData name="Giannis Papadopoulos" userId="011f885267094b50" providerId="LiveId" clId="{1CA7F863-120F-4338-B7D1-787104A621F1}" dt="2026-09-28T06:05:28.046" v="2021" actId="478"/>
          <ac:picMkLst>
            <pc:docMk/>
            <pc:sldMk cId="1781840647" sldId="280"/>
            <ac:picMk id="35" creationId="{7965E4C1-8204-1A5B-02F4-D7607E0551F3}"/>
          </ac:picMkLst>
        </pc:picChg>
        <pc:picChg chg="add del mod">
          <ac:chgData name="Giannis Papadopoulos" userId="011f885267094b50" providerId="LiveId" clId="{1CA7F863-120F-4338-B7D1-787104A621F1}" dt="2026-09-28T06:17:10.282" v="2031" actId="478"/>
          <ac:picMkLst>
            <pc:docMk/>
            <pc:sldMk cId="1781840647" sldId="280"/>
            <ac:picMk id="37" creationId="{A6810321-E3F4-E1A6-2615-376B326D761E}"/>
          </ac:picMkLst>
        </pc:picChg>
        <pc:picChg chg="add del mod">
          <ac:chgData name="Giannis Papadopoulos" userId="011f885267094b50" providerId="LiveId" clId="{1CA7F863-120F-4338-B7D1-787104A621F1}" dt="2026-09-28T10:05:14.698" v="2067" actId="478"/>
          <ac:picMkLst>
            <pc:docMk/>
            <pc:sldMk cId="1781840647" sldId="280"/>
            <ac:picMk id="39" creationId="{2B989F15-B054-2252-5B92-7B962E805978}"/>
          </ac:picMkLst>
        </pc:picChg>
        <pc:picChg chg="add mod">
          <ac:chgData name="Giannis Papadopoulos" userId="011f885267094b50" providerId="LiveId" clId="{1CA7F863-120F-4338-B7D1-787104A621F1}" dt="2026-09-28T10:28:36.272" v="2189" actId="571"/>
          <ac:picMkLst>
            <pc:docMk/>
            <pc:sldMk cId="1781840647" sldId="280"/>
            <ac:picMk id="52" creationId="{D8012D73-05DA-ABD8-BEC7-18881E02DB45}"/>
          </ac:picMkLst>
        </pc:picChg>
        <pc:picChg chg="add del mod">
          <ac:chgData name="Giannis Papadopoulos" userId="011f885267094b50" providerId="LiveId" clId="{1CA7F863-120F-4338-B7D1-787104A621F1}" dt="2026-09-28T10:29:29.882" v="2198" actId="478"/>
          <ac:picMkLst>
            <pc:docMk/>
            <pc:sldMk cId="1781840647" sldId="280"/>
            <ac:picMk id="55" creationId="{1A58BED1-F572-8B6A-5F99-DBA059F2B2CD}"/>
          </ac:picMkLst>
        </pc:picChg>
      </pc:sldChg>
      <pc:sldChg chg="del">
        <pc:chgData name="Giannis Papadopoulos" userId="011f885267094b50" providerId="LiveId" clId="{1CA7F863-120F-4338-B7D1-787104A621F1}" dt="2026-09-28T10:57:16.315" v="2271" actId="47"/>
        <pc:sldMkLst>
          <pc:docMk/>
          <pc:sldMk cId="1048840464" sldId="281"/>
        </pc:sldMkLst>
      </pc:sldChg>
      <pc:sldChg chg="del">
        <pc:chgData name="Giannis Papadopoulos" userId="011f885267094b50" providerId="LiveId" clId="{1CA7F863-120F-4338-B7D1-787104A621F1}" dt="2026-09-28T20:50:15.491" v="3527" actId="47"/>
        <pc:sldMkLst>
          <pc:docMk/>
          <pc:sldMk cId="1826750575" sldId="282"/>
        </pc:sldMkLst>
      </pc:sldChg>
      <pc:sldChg chg="addSp delSp modSp mod modNotesTx">
        <pc:chgData name="Giannis Papadopoulos" userId="011f885267094b50" providerId="LiveId" clId="{1CA7F863-120F-4338-B7D1-787104A621F1}" dt="2026-09-29T17:31:02.721" v="3949" actId="20577"/>
        <pc:sldMkLst>
          <pc:docMk/>
          <pc:sldMk cId="382295945" sldId="283"/>
        </pc:sldMkLst>
        <pc:spChg chg="mod">
          <ac:chgData name="Giannis Papadopoulos" userId="011f885267094b50" providerId="LiveId" clId="{1CA7F863-120F-4338-B7D1-787104A621F1}" dt="2026-09-28T22:10:24.674" v="3660" actId="20577"/>
          <ac:spMkLst>
            <pc:docMk/>
            <pc:sldMk cId="382295945" sldId="283"/>
            <ac:spMk id="5" creationId="{A484FBEE-2297-4E3F-8F8A-01273E482C16}"/>
          </ac:spMkLst>
        </pc:spChg>
        <pc:spChg chg="del mod">
          <ac:chgData name="Giannis Papadopoulos" userId="011f885267094b50" providerId="LiveId" clId="{1CA7F863-120F-4338-B7D1-787104A621F1}" dt="2026-09-28T20:48:20.988" v="3493" actId="478"/>
          <ac:spMkLst>
            <pc:docMk/>
            <pc:sldMk cId="382295945" sldId="283"/>
            <ac:spMk id="6" creationId="{659BE0F5-B724-4D98-8596-8DC907F5575C}"/>
          </ac:spMkLst>
        </pc:spChg>
        <pc:spChg chg="del mod">
          <ac:chgData name="Giannis Papadopoulos" userId="011f885267094b50" providerId="LiveId" clId="{1CA7F863-120F-4338-B7D1-787104A621F1}" dt="2026-09-28T20:49:35.011" v="3525" actId="478"/>
          <ac:spMkLst>
            <pc:docMk/>
            <pc:sldMk cId="382295945" sldId="283"/>
            <ac:spMk id="8" creationId="{31B1B689-EEC5-4DA8-B7D7-2195AEB91CE3}"/>
          </ac:spMkLst>
        </pc:spChg>
        <pc:spChg chg="mod">
          <ac:chgData name="Giannis Papadopoulos" userId="011f885267094b50" providerId="LiveId" clId="{1CA7F863-120F-4338-B7D1-787104A621F1}" dt="2026-09-28T20:48:39.970" v="3504" actId="14100"/>
          <ac:spMkLst>
            <pc:docMk/>
            <pc:sldMk cId="382295945" sldId="283"/>
            <ac:spMk id="10" creationId="{53BF0CCA-4287-457E-8B81-D8554830D698}"/>
          </ac:spMkLst>
        </pc:spChg>
        <pc:spChg chg="mod">
          <ac:chgData name="Giannis Papadopoulos" userId="011f885267094b50" providerId="LiveId" clId="{1CA7F863-120F-4338-B7D1-787104A621F1}" dt="2026-09-28T20:49:28.468" v="3523" actId="14100"/>
          <ac:spMkLst>
            <pc:docMk/>
            <pc:sldMk cId="382295945" sldId="283"/>
            <ac:spMk id="11" creationId="{59133A64-E066-4CC0-9682-E40D6C54721E}"/>
          </ac:spMkLst>
        </pc:spChg>
        <pc:spChg chg="mod">
          <ac:chgData name="Giannis Papadopoulos" userId="011f885267094b50" providerId="LiveId" clId="{1CA7F863-120F-4338-B7D1-787104A621F1}" dt="2026-09-28T20:49:44.229" v="3526" actId="20577"/>
          <ac:spMkLst>
            <pc:docMk/>
            <pc:sldMk cId="382295945" sldId="283"/>
            <ac:spMk id="12" creationId="{2B41E7D9-0A2F-4C6C-9DBE-FDFF9EC619BC}"/>
          </ac:spMkLst>
        </pc:spChg>
        <pc:spChg chg="add del mod">
          <ac:chgData name="Giannis Papadopoulos" userId="011f885267094b50" providerId="LiveId" clId="{1CA7F863-120F-4338-B7D1-787104A621F1}" dt="2026-09-28T20:49:01.614" v="3506" actId="478"/>
          <ac:spMkLst>
            <pc:docMk/>
            <pc:sldMk cId="382295945" sldId="283"/>
            <ac:spMk id="14" creationId="{EB64B5AF-4D58-DB4F-6655-4A0F3F068067}"/>
          </ac:spMkLst>
        </pc:spChg>
        <pc:spChg chg="add del mod">
          <ac:chgData name="Giannis Papadopoulos" userId="011f885267094b50" providerId="LiveId" clId="{1CA7F863-120F-4338-B7D1-787104A621F1}" dt="2026-09-28T20:48:20.988" v="3495"/>
          <ac:spMkLst>
            <pc:docMk/>
            <pc:sldMk cId="382295945" sldId="283"/>
            <ac:spMk id="16" creationId="{C994B2B6-E786-9FC7-A41C-9FF271C5F2A0}"/>
          </ac:spMkLst>
        </pc:spChg>
      </pc:sldChg>
      <pc:sldChg chg="addSp delSp modSp mod modNotesTx">
        <pc:chgData name="Giannis Papadopoulos" userId="011f885267094b50" providerId="LiveId" clId="{1CA7F863-120F-4338-B7D1-787104A621F1}" dt="2026-09-29T17:31:05.580" v="3950" actId="20577"/>
        <pc:sldMkLst>
          <pc:docMk/>
          <pc:sldMk cId="906294423" sldId="284"/>
        </pc:sldMkLst>
        <pc:spChg chg="del">
          <ac:chgData name="Giannis Papadopoulos" userId="011f885267094b50" providerId="LiveId" clId="{1CA7F863-120F-4338-B7D1-787104A621F1}" dt="2026-09-28T20:43:00.637" v="3476" actId="478"/>
          <ac:spMkLst>
            <pc:docMk/>
            <pc:sldMk cId="906294423" sldId="284"/>
            <ac:spMk id="2" creationId="{D3C97669-B738-49F0-8F53-94A0074D28BC}"/>
          </ac:spMkLst>
        </pc:spChg>
        <pc:picChg chg="del">
          <ac:chgData name="Giannis Papadopoulos" userId="011f885267094b50" providerId="LiveId" clId="{1CA7F863-120F-4338-B7D1-787104A621F1}" dt="2026-09-28T20:43:02.272" v="3477" actId="478"/>
          <ac:picMkLst>
            <pc:docMk/>
            <pc:sldMk cId="906294423" sldId="284"/>
            <ac:picMk id="8" creationId="{00000000-0000-0000-0000-000000000000}"/>
          </ac:picMkLst>
        </pc:picChg>
        <pc:picChg chg="add mod">
          <ac:chgData name="Giannis Papadopoulos" userId="011f885267094b50" providerId="LiveId" clId="{1CA7F863-120F-4338-B7D1-787104A621F1}" dt="2026-09-28T20:43:04.439" v="3478" actId="1076"/>
          <ac:picMkLst>
            <pc:docMk/>
            <pc:sldMk cId="906294423" sldId="284"/>
            <ac:picMk id="9" creationId="{37EB27A9-F914-9FF9-3AD1-9D5FAAE04B75}"/>
          </ac:picMkLst>
        </pc:picChg>
        <pc:picChg chg="mod">
          <ac:chgData name="Giannis Papadopoulos" userId="011f885267094b50" providerId="LiveId" clId="{1CA7F863-120F-4338-B7D1-787104A621F1}" dt="2026-09-28T20:43:08.801" v="3479" actId="1076"/>
          <ac:picMkLst>
            <pc:docMk/>
            <pc:sldMk cId="906294423" sldId="284"/>
            <ac:picMk id="13" creationId="{00000000-0000-0000-0000-000000000000}"/>
          </ac:picMkLst>
        </pc:picChg>
      </pc:sldChg>
      <pc:sldChg chg="addSp delSp modSp new del mod ord">
        <pc:chgData name="Giannis Papadopoulos" userId="011f885267094b50" providerId="LiveId" clId="{1CA7F863-120F-4338-B7D1-787104A621F1}" dt="2026-09-28T17:42:56.353" v="2702" actId="47"/>
        <pc:sldMkLst>
          <pc:docMk/>
          <pc:sldMk cId="454767662" sldId="285"/>
        </pc:sldMkLst>
      </pc:sldChg>
      <pc:sldChg chg="addSp delSp modSp new mod">
        <pc:chgData name="Giannis Papadopoulos" userId="011f885267094b50" providerId="LiveId" clId="{1CA7F863-120F-4338-B7D1-787104A621F1}" dt="2026-09-28T22:07:30.957" v="3574" actId="20577"/>
        <pc:sldMkLst>
          <pc:docMk/>
          <pc:sldMk cId="2301649463" sldId="286"/>
        </pc:sldMkLst>
        <pc:spChg chg="add">
          <ac:chgData name="Giannis Papadopoulos" userId="011f885267094b50" providerId="LiveId" clId="{1CA7F863-120F-4338-B7D1-787104A621F1}" dt="2026-09-27T13:06:44.246" v="30" actId="22"/>
          <ac:spMkLst>
            <pc:docMk/>
            <pc:sldMk cId="2301649463" sldId="286"/>
            <ac:spMk id="43" creationId="{03BEABD1-5463-8DE5-36CB-7466C7670338}"/>
          </ac:spMkLst>
        </pc:spChg>
        <pc:spChg chg="add mod">
          <ac:chgData name="Giannis Papadopoulos" userId="011f885267094b50" providerId="LiveId" clId="{1CA7F863-120F-4338-B7D1-787104A621F1}" dt="2026-09-27T13:07:30.348" v="76" actId="20577"/>
          <ac:spMkLst>
            <pc:docMk/>
            <pc:sldMk cId="2301649463" sldId="286"/>
            <ac:spMk id="47" creationId="{E178EB74-9929-C2FC-655C-CD2AD5F43889}"/>
          </ac:spMkLst>
        </pc:spChg>
        <pc:spChg chg="add">
          <ac:chgData name="Giannis Papadopoulos" userId="011f885267094b50" providerId="LiveId" clId="{1CA7F863-120F-4338-B7D1-787104A621F1}" dt="2026-09-27T13:06:44.246" v="30" actId="22"/>
          <ac:spMkLst>
            <pc:docMk/>
            <pc:sldMk cId="2301649463" sldId="286"/>
            <ac:spMk id="49" creationId="{4F114350-6A4A-79E4-7A05-5023430F09C6}"/>
          </ac:spMkLst>
        </pc:spChg>
        <pc:spChg chg="add mod">
          <ac:chgData name="Giannis Papadopoulos" userId="011f885267094b50" providerId="LiveId" clId="{1CA7F863-120F-4338-B7D1-787104A621F1}" dt="2026-09-28T22:07:30.957" v="3574" actId="20577"/>
          <ac:spMkLst>
            <pc:docMk/>
            <pc:sldMk cId="2301649463" sldId="286"/>
            <ac:spMk id="55" creationId="{8D04E439-17C6-6098-499C-A8AC56E7A36F}"/>
          </ac:spMkLst>
        </pc:spChg>
        <pc:spChg chg="mod">
          <ac:chgData name="Giannis Papadopoulos" userId="011f885267094b50" providerId="LiveId" clId="{1CA7F863-120F-4338-B7D1-787104A621F1}" dt="2026-09-27T13:07:42.841" v="77"/>
          <ac:spMkLst>
            <pc:docMk/>
            <pc:sldMk cId="2301649463" sldId="286"/>
            <ac:spMk id="57" creationId="{33C77BB8-BACE-7527-5A8E-B4529FC7F171}"/>
          </ac:spMkLst>
        </pc:spChg>
        <pc:spChg chg="add mod">
          <ac:chgData name="Giannis Papadopoulos" userId="011f885267094b50" providerId="LiveId" clId="{1CA7F863-120F-4338-B7D1-787104A621F1}" dt="2026-09-27T13:13:00.238" v="134" actId="20577"/>
          <ac:spMkLst>
            <pc:docMk/>
            <pc:sldMk cId="2301649463" sldId="286"/>
            <ac:spMk id="63" creationId="{9BCE78EA-87BF-A8C9-E150-A5140B9121B4}"/>
          </ac:spMkLst>
        </pc:spChg>
        <pc:spChg chg="mod">
          <ac:chgData name="Giannis Papadopoulos" userId="011f885267094b50" providerId="LiveId" clId="{1CA7F863-120F-4338-B7D1-787104A621F1}" dt="2026-09-27T13:09:51.530" v="91" actId="1076"/>
          <ac:spMkLst>
            <pc:docMk/>
            <pc:sldMk cId="2301649463" sldId="286"/>
            <ac:spMk id="65" creationId="{A03DACF4-D7EC-FEA5-49AB-F144922F7062}"/>
          </ac:spMkLst>
        </pc:spChg>
        <pc:spChg chg="add mod">
          <ac:chgData name="Giannis Papadopoulos" userId="011f885267094b50" providerId="LiveId" clId="{1CA7F863-120F-4338-B7D1-787104A621F1}" dt="2026-09-27T13:09:51.530" v="91" actId="1076"/>
          <ac:spMkLst>
            <pc:docMk/>
            <pc:sldMk cId="2301649463" sldId="286"/>
            <ac:spMk id="67" creationId="{28D68EE6-EC62-74CD-7518-80D89AB64470}"/>
          </ac:spMkLst>
        </pc:spChg>
        <pc:spChg chg="add mod">
          <ac:chgData name="Giannis Papadopoulos" userId="011f885267094b50" providerId="LiveId" clId="{1CA7F863-120F-4338-B7D1-787104A621F1}" dt="2026-09-27T13:19:17.936" v="204" actId="1076"/>
          <ac:spMkLst>
            <pc:docMk/>
            <pc:sldMk cId="2301649463" sldId="286"/>
            <ac:spMk id="71" creationId="{69DE7F9F-2089-6FDC-EC77-CEB80703AFA2}"/>
          </ac:spMkLst>
        </pc:spChg>
        <pc:spChg chg="add mod">
          <ac:chgData name="Giannis Papadopoulos" userId="011f885267094b50" providerId="LiveId" clId="{1CA7F863-120F-4338-B7D1-787104A621F1}" dt="2026-09-27T13:09:58.481" v="92" actId="1076"/>
          <ac:spMkLst>
            <pc:docMk/>
            <pc:sldMk cId="2301649463" sldId="286"/>
            <ac:spMk id="73" creationId="{F1298D47-0DDE-0DB0-45CD-61C00EBD7875}"/>
          </ac:spMkLst>
        </pc:spChg>
        <pc:spChg chg="add mod">
          <ac:chgData name="Giannis Papadopoulos" userId="011f885267094b50" providerId="LiveId" clId="{1CA7F863-120F-4338-B7D1-787104A621F1}" dt="2026-09-27T13:09:58.481" v="92" actId="1076"/>
          <ac:spMkLst>
            <pc:docMk/>
            <pc:sldMk cId="2301649463" sldId="286"/>
            <ac:spMk id="75" creationId="{8C8997A3-6960-9853-0AED-3386E1848430}"/>
          </ac:spMkLst>
        </pc:spChg>
        <pc:spChg chg="add mod">
          <ac:chgData name="Giannis Papadopoulos" userId="011f885267094b50" providerId="LiveId" clId="{1CA7F863-120F-4338-B7D1-787104A621F1}" dt="2026-09-27T13:22:30.662" v="234" actId="255"/>
          <ac:spMkLst>
            <pc:docMk/>
            <pc:sldMk cId="2301649463" sldId="286"/>
            <ac:spMk id="79" creationId="{FC7284E5-5F62-CE67-1727-89E5F123AD16}"/>
          </ac:spMkLst>
        </pc:spChg>
        <pc:spChg chg="mod">
          <ac:chgData name="Giannis Papadopoulos" userId="011f885267094b50" providerId="LiveId" clId="{1CA7F863-120F-4338-B7D1-787104A621F1}" dt="2026-09-27T13:10:05.672" v="93" actId="1076"/>
          <ac:spMkLst>
            <pc:docMk/>
            <pc:sldMk cId="2301649463" sldId="286"/>
            <ac:spMk id="81" creationId="{A7576A7F-4A3E-F405-AA7D-D4B7B9A976A0}"/>
          </ac:spMkLst>
        </pc:spChg>
        <pc:spChg chg="mod">
          <ac:chgData name="Giannis Papadopoulos" userId="011f885267094b50" providerId="LiveId" clId="{1CA7F863-120F-4338-B7D1-787104A621F1}" dt="2026-09-27T13:10:05.672" v="93" actId="1076"/>
          <ac:spMkLst>
            <pc:docMk/>
            <pc:sldMk cId="2301649463" sldId="286"/>
            <ac:spMk id="83" creationId="{CD5AF85C-5FCB-4679-AADC-69BB1D7D77E8}"/>
          </ac:spMkLst>
        </pc:spChg>
        <pc:spChg chg="mod">
          <ac:chgData name="Giannis Papadopoulos" userId="011f885267094b50" providerId="LiveId" clId="{1CA7F863-120F-4338-B7D1-787104A621F1}" dt="2026-09-27T13:21:40.328" v="227" actId="1076"/>
          <ac:spMkLst>
            <pc:docMk/>
            <pc:sldMk cId="2301649463" sldId="286"/>
            <ac:spMk id="85" creationId="{520EC7A1-081A-0099-3EDE-E511D2150D6B}"/>
          </ac:spMkLst>
        </pc:spChg>
        <pc:spChg chg="mod">
          <ac:chgData name="Giannis Papadopoulos" userId="011f885267094b50" providerId="LiveId" clId="{1CA7F863-120F-4338-B7D1-787104A621F1}" dt="2026-09-27T13:23:32.688" v="255" actId="27636"/>
          <ac:spMkLst>
            <pc:docMk/>
            <pc:sldMk cId="2301649463" sldId="286"/>
            <ac:spMk id="87" creationId="{933A1129-7F49-22E1-5CF6-6275B6136AF0}"/>
          </ac:spMkLst>
        </pc:spChg>
        <pc:spChg chg="mod">
          <ac:chgData name="Giannis Papadopoulos" userId="011f885267094b50" providerId="LiveId" clId="{1CA7F863-120F-4338-B7D1-787104A621F1}" dt="2026-09-27T13:24:54.366" v="270" actId="20577"/>
          <ac:spMkLst>
            <pc:docMk/>
            <pc:sldMk cId="2301649463" sldId="286"/>
            <ac:spMk id="89" creationId="{D9ABCB87-4F3B-B3CB-06A7-7E2B171A4304}"/>
          </ac:spMkLst>
        </pc:spChg>
        <pc:spChg chg="add mod">
          <ac:chgData name="Giannis Papadopoulos" userId="011f885267094b50" providerId="LiveId" clId="{1CA7F863-120F-4338-B7D1-787104A621F1}" dt="2026-09-27T13:10:28.741" v="99"/>
          <ac:spMkLst>
            <pc:docMk/>
            <pc:sldMk cId="2301649463" sldId="286"/>
            <ac:spMk id="92" creationId="{2AFE0213-A0F9-55E1-0B11-218D6AC4AEEA}"/>
          </ac:spMkLst>
        </pc:spChg>
        <pc:spChg chg="add mod">
          <ac:chgData name="Giannis Papadopoulos" userId="011f885267094b50" providerId="LiveId" clId="{1CA7F863-120F-4338-B7D1-787104A621F1}" dt="2026-09-27T13:10:21.642" v="98" actId="1076"/>
          <ac:spMkLst>
            <pc:docMk/>
            <pc:sldMk cId="2301649463" sldId="286"/>
            <ac:spMk id="94" creationId="{ECA9056A-4BE4-B9B9-4025-CEC3DC6C1854}"/>
          </ac:spMkLst>
        </pc:spChg>
        <pc:spChg chg="add mod">
          <ac:chgData name="Giannis Papadopoulos" userId="011f885267094b50" providerId="LiveId" clId="{1CA7F863-120F-4338-B7D1-787104A621F1}" dt="2026-09-27T13:15:08.863" v="161" actId="255"/>
          <ac:spMkLst>
            <pc:docMk/>
            <pc:sldMk cId="2301649463" sldId="286"/>
            <ac:spMk id="98" creationId="{BC1D7749-E810-2EC4-E4E9-8AF61A3ABBED}"/>
          </ac:spMkLst>
        </pc:spChg>
        <pc:spChg chg="add mod">
          <ac:chgData name="Giannis Papadopoulos" userId="011f885267094b50" providerId="LiveId" clId="{1CA7F863-120F-4338-B7D1-787104A621F1}" dt="2026-09-27T13:19:10.373" v="203" actId="1076"/>
          <ac:spMkLst>
            <pc:docMk/>
            <pc:sldMk cId="2301649463" sldId="286"/>
            <ac:spMk id="100" creationId="{CEDF9651-99C6-44B8-8B99-9836584341DB}"/>
          </ac:spMkLst>
        </pc:spChg>
        <pc:spChg chg="add mod">
          <ac:chgData name="Giannis Papadopoulos" userId="011f885267094b50" providerId="LiveId" clId="{1CA7F863-120F-4338-B7D1-787104A621F1}" dt="2026-09-27T13:20:10.449" v="222" actId="20577"/>
          <ac:spMkLst>
            <pc:docMk/>
            <pc:sldMk cId="2301649463" sldId="286"/>
            <ac:spMk id="102" creationId="{584B9D63-DF6F-EF49-F2C8-EC254A19BED6}"/>
          </ac:spMkLst>
        </pc:spChg>
        <pc:spChg chg="add mod">
          <ac:chgData name="Giannis Papadopoulos" userId="011f885267094b50" providerId="LiveId" clId="{1CA7F863-120F-4338-B7D1-787104A621F1}" dt="2026-09-27T13:24:11.417" v="264" actId="255"/>
          <ac:spMkLst>
            <pc:docMk/>
            <pc:sldMk cId="2301649463" sldId="286"/>
            <ac:spMk id="104" creationId="{D9F6B6BB-2AAE-A996-A51D-EE979BFF9FDF}"/>
          </ac:spMkLst>
        </pc:spChg>
        <pc:spChg chg="add mod">
          <ac:chgData name="Giannis Papadopoulos" userId="011f885267094b50" providerId="LiveId" clId="{1CA7F863-120F-4338-B7D1-787104A621F1}" dt="2026-09-27T13:24:42.279" v="269"/>
          <ac:spMkLst>
            <pc:docMk/>
            <pc:sldMk cId="2301649463" sldId="286"/>
            <ac:spMk id="106" creationId="{D863AAAF-FBC0-5279-E3F4-6AD066004158}"/>
          </ac:spMkLst>
        </pc:spChg>
      </pc:sldChg>
      <pc:sldChg chg="addSp delSp modSp new mod">
        <pc:chgData name="Giannis Papadopoulos" userId="011f885267094b50" providerId="LiveId" clId="{1CA7F863-120F-4338-B7D1-787104A621F1}" dt="2026-09-28T22:07:43.615" v="3578" actId="20577"/>
        <pc:sldMkLst>
          <pc:docMk/>
          <pc:sldMk cId="1414881263" sldId="287"/>
        </pc:sldMkLst>
        <pc:spChg chg="add">
          <ac:chgData name="Giannis Papadopoulos" userId="011f885267094b50" providerId="LiveId" clId="{1CA7F863-120F-4338-B7D1-787104A621F1}" dt="2026-09-27T15:50:29.686" v="512" actId="22"/>
          <ac:spMkLst>
            <pc:docMk/>
            <pc:sldMk cId="1414881263" sldId="287"/>
            <ac:spMk id="5" creationId="{BDC01C0C-3248-A1DF-1860-0A4691649B76}"/>
          </ac:spMkLst>
        </pc:spChg>
        <pc:spChg chg="mod">
          <ac:chgData name="Giannis Papadopoulos" userId="011f885267094b50" providerId="LiveId" clId="{1CA7F863-120F-4338-B7D1-787104A621F1}" dt="2026-09-27T15:57:29.562" v="564" actId="20577"/>
          <ac:spMkLst>
            <pc:docMk/>
            <pc:sldMk cId="1414881263" sldId="287"/>
            <ac:spMk id="7" creationId="{E21B7E2C-D480-A8C1-5EC6-BBD2768FB7DB}"/>
          </ac:spMkLst>
        </pc:spChg>
        <pc:spChg chg="add">
          <ac:chgData name="Giannis Papadopoulos" userId="011f885267094b50" providerId="LiveId" clId="{1CA7F863-120F-4338-B7D1-787104A621F1}" dt="2026-09-27T15:50:29.686" v="512" actId="22"/>
          <ac:spMkLst>
            <pc:docMk/>
            <pc:sldMk cId="1414881263" sldId="287"/>
            <ac:spMk id="9" creationId="{3EA4F244-DBE6-D935-0AD0-28CFC7710C26}"/>
          </ac:spMkLst>
        </pc:spChg>
        <pc:spChg chg="add mod">
          <ac:chgData name="Giannis Papadopoulos" userId="011f885267094b50" providerId="LiveId" clId="{1CA7F863-120F-4338-B7D1-787104A621F1}" dt="2026-09-28T22:07:43.615" v="3578" actId="20577"/>
          <ac:spMkLst>
            <pc:docMk/>
            <pc:sldMk cId="1414881263" sldId="287"/>
            <ac:spMk id="15" creationId="{8C2F2F20-D4C9-E359-FC2D-FA8D023FBF6A}"/>
          </ac:spMkLst>
        </pc:spChg>
        <pc:spChg chg="mod">
          <ac:chgData name="Giannis Papadopoulos" userId="011f885267094b50" providerId="LiveId" clId="{1CA7F863-120F-4338-B7D1-787104A621F1}" dt="2026-09-27T15:57:57.502" v="565"/>
          <ac:spMkLst>
            <pc:docMk/>
            <pc:sldMk cId="1414881263" sldId="287"/>
            <ac:spMk id="17" creationId="{DCAC6BD6-2C55-9025-3FC8-728DA1D30C0C}"/>
          </ac:spMkLst>
        </pc:spChg>
        <pc:spChg chg="add">
          <ac:chgData name="Giannis Papadopoulos" userId="011f885267094b50" providerId="LiveId" clId="{1CA7F863-120F-4338-B7D1-787104A621F1}" dt="2026-09-27T15:50:29.686" v="512" actId="22"/>
          <ac:spMkLst>
            <pc:docMk/>
            <pc:sldMk cId="1414881263" sldId="287"/>
            <ac:spMk id="19" creationId="{512948FF-2CF9-6C68-868E-92B2D9230B34}"/>
          </ac:spMkLst>
        </pc:spChg>
        <pc:spChg chg="mod">
          <ac:chgData name="Giannis Papadopoulos" userId="011f885267094b50" providerId="LiveId" clId="{1CA7F863-120F-4338-B7D1-787104A621F1}" dt="2026-09-27T16:02:03.091" v="720" actId="1076"/>
          <ac:spMkLst>
            <pc:docMk/>
            <pc:sldMk cId="1414881263" sldId="287"/>
            <ac:spMk id="21" creationId="{1F51AED6-1386-3BA6-20C4-FE08E17AAB20}"/>
          </ac:spMkLst>
        </pc:spChg>
        <pc:spChg chg="mod">
          <ac:chgData name="Giannis Papadopoulos" userId="011f885267094b50" providerId="LiveId" clId="{1CA7F863-120F-4338-B7D1-787104A621F1}" dt="2026-09-27T16:03:00.189" v="721"/>
          <ac:spMkLst>
            <pc:docMk/>
            <pc:sldMk cId="1414881263" sldId="287"/>
            <ac:spMk id="23" creationId="{32D861AF-6785-B6D2-CB92-863698E5B866}"/>
          </ac:spMkLst>
        </pc:spChg>
        <pc:spChg chg="mod">
          <ac:chgData name="Giannis Papadopoulos" userId="011f885267094b50" providerId="LiveId" clId="{1CA7F863-120F-4338-B7D1-787104A621F1}" dt="2026-09-27T16:08:38.588" v="825" actId="1076"/>
          <ac:spMkLst>
            <pc:docMk/>
            <pc:sldMk cId="1414881263" sldId="287"/>
            <ac:spMk id="27" creationId="{5EAB2082-EAE8-D0D5-E925-30D97F054351}"/>
          </ac:spMkLst>
        </pc:spChg>
        <pc:spChg chg="add mod">
          <ac:chgData name="Giannis Papadopoulos" userId="011f885267094b50" providerId="LiveId" clId="{1CA7F863-120F-4338-B7D1-787104A621F1}" dt="2026-09-27T16:05:53.939" v="806" actId="27636"/>
          <ac:spMkLst>
            <pc:docMk/>
            <pc:sldMk cId="1414881263" sldId="287"/>
            <ac:spMk id="29" creationId="{8A9F298D-E7AB-CD58-42D4-BDD9A497EA92}"/>
          </ac:spMkLst>
        </pc:spChg>
        <pc:spChg chg="mod">
          <ac:chgData name="Giannis Papadopoulos" userId="011f885267094b50" providerId="LiveId" clId="{1CA7F863-120F-4338-B7D1-787104A621F1}" dt="2026-09-27T16:13:35.464" v="922" actId="1076"/>
          <ac:spMkLst>
            <pc:docMk/>
            <pc:sldMk cId="1414881263" sldId="287"/>
            <ac:spMk id="33" creationId="{30BA4B19-FB65-FEC2-0711-0A07084D1A8A}"/>
          </ac:spMkLst>
        </pc:spChg>
        <pc:spChg chg="add mod">
          <ac:chgData name="Giannis Papadopoulos" userId="011f885267094b50" providerId="LiveId" clId="{1CA7F863-120F-4338-B7D1-787104A621F1}" dt="2026-09-27T15:59:07.004" v="587" actId="20577"/>
          <ac:spMkLst>
            <pc:docMk/>
            <pc:sldMk cId="1414881263" sldId="287"/>
            <ac:spMk id="45" creationId="{330DF50E-3D7B-E9FA-576A-09651A846308}"/>
          </ac:spMkLst>
        </pc:spChg>
        <pc:spChg chg="mod">
          <ac:chgData name="Giannis Papadopoulos" userId="011f885267094b50" providerId="LiveId" clId="{1CA7F863-120F-4338-B7D1-787104A621F1}" dt="2026-09-27T16:04:16.393" v="744" actId="14100"/>
          <ac:spMkLst>
            <pc:docMk/>
            <pc:sldMk cId="1414881263" sldId="287"/>
            <ac:spMk id="47" creationId="{506FF4FE-246C-B834-06D1-DD6854594706}"/>
          </ac:spMkLst>
        </pc:spChg>
        <pc:spChg chg="mod">
          <ac:chgData name="Giannis Papadopoulos" userId="011f885267094b50" providerId="LiveId" clId="{1CA7F863-120F-4338-B7D1-787104A621F1}" dt="2026-09-27T16:06:46.469" v="822" actId="20577"/>
          <ac:spMkLst>
            <pc:docMk/>
            <pc:sldMk cId="1414881263" sldId="287"/>
            <ac:spMk id="49" creationId="{A53C748C-193C-F39C-F18A-440E698C0856}"/>
          </ac:spMkLst>
        </pc:spChg>
        <pc:spChg chg="mod">
          <ac:chgData name="Giannis Papadopoulos" userId="011f885267094b50" providerId="LiveId" clId="{1CA7F863-120F-4338-B7D1-787104A621F1}" dt="2026-09-27T16:08:35.246" v="824" actId="1076"/>
          <ac:spMkLst>
            <pc:docMk/>
            <pc:sldMk cId="1414881263" sldId="287"/>
            <ac:spMk id="51" creationId="{E9CF5671-8E4A-33E7-2414-17E0634BE480}"/>
          </ac:spMkLst>
        </pc:spChg>
        <pc:spChg chg="add mod">
          <ac:chgData name="Giannis Papadopoulos" userId="011f885267094b50" providerId="LiveId" clId="{1CA7F863-120F-4338-B7D1-787104A621F1}" dt="2026-09-27T16:12:31.254" v="869" actId="1076"/>
          <ac:spMkLst>
            <pc:docMk/>
            <pc:sldMk cId="1414881263" sldId="287"/>
            <ac:spMk id="53" creationId="{17C9FA59-5EBF-9009-56FD-48D6AEA00204}"/>
          </ac:spMkLst>
        </pc:spChg>
        <pc:spChg chg="mod">
          <ac:chgData name="Giannis Papadopoulos" userId="011f885267094b50" providerId="LiveId" clId="{1CA7F863-120F-4338-B7D1-787104A621F1}" dt="2026-09-27T16:10:25.259" v="829" actId="20577"/>
          <ac:spMkLst>
            <pc:docMk/>
            <pc:sldMk cId="1414881263" sldId="287"/>
            <ac:spMk id="55" creationId="{A89E7257-6BC3-1264-A3D4-3B26E51851AA}"/>
          </ac:spMkLst>
        </pc:spChg>
      </pc:sldChg>
      <pc:sldChg chg="addSp delSp modSp new mod">
        <pc:chgData name="Giannis Papadopoulos" userId="011f885267094b50" providerId="LiveId" clId="{1CA7F863-120F-4338-B7D1-787104A621F1}" dt="2026-09-29T09:12:27.780" v="3666" actId="1036"/>
        <pc:sldMkLst>
          <pc:docMk/>
          <pc:sldMk cId="2299995747" sldId="288"/>
        </pc:sldMkLst>
        <pc:spChg chg="add">
          <ac:chgData name="Giannis Papadopoulos" userId="011f885267094b50" providerId="LiveId" clId="{1CA7F863-120F-4338-B7D1-787104A621F1}" dt="2026-09-27T17:04:51.569" v="939" actId="22"/>
          <ac:spMkLst>
            <pc:docMk/>
            <pc:sldMk cId="2299995747" sldId="288"/>
            <ac:spMk id="5" creationId="{12C7C671-46C6-5FAC-FEE2-4ACE96A67944}"/>
          </ac:spMkLst>
        </pc:spChg>
        <pc:spChg chg="add">
          <ac:chgData name="Giannis Papadopoulos" userId="011f885267094b50" providerId="LiveId" clId="{1CA7F863-120F-4338-B7D1-787104A621F1}" dt="2026-09-27T17:07:54.519" v="961" actId="22"/>
          <ac:spMkLst>
            <pc:docMk/>
            <pc:sldMk cId="2299995747" sldId="288"/>
            <ac:spMk id="13" creationId="{38EDB1E4-CFEE-2111-7041-51E4D69ECF46}"/>
          </ac:spMkLst>
        </pc:spChg>
        <pc:spChg chg="add">
          <ac:chgData name="Giannis Papadopoulos" userId="011f885267094b50" providerId="LiveId" clId="{1CA7F863-120F-4338-B7D1-787104A621F1}" dt="2026-09-27T17:07:54.519" v="961" actId="22"/>
          <ac:spMkLst>
            <pc:docMk/>
            <pc:sldMk cId="2299995747" sldId="288"/>
            <ac:spMk id="17" creationId="{0313F81F-7899-A73A-ED76-A95D0695DFE0}"/>
          </ac:spMkLst>
        </pc:spChg>
        <pc:spChg chg="add">
          <ac:chgData name="Giannis Papadopoulos" userId="011f885267094b50" providerId="LiveId" clId="{1CA7F863-120F-4338-B7D1-787104A621F1}" dt="2026-09-27T17:07:54.519" v="961" actId="22"/>
          <ac:spMkLst>
            <pc:docMk/>
            <pc:sldMk cId="2299995747" sldId="288"/>
            <ac:spMk id="19" creationId="{AE28F0B8-B85D-97CF-A5B5-2D30D61C56BB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21" creationId="{DCE5D209-3920-1C52-4EA8-5F32D13C8190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23" creationId="{F4E5C518-10D8-0635-53C9-27A02D444E54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25" creationId="{36EF8AEE-0957-7CD1-A18D-9513D793A262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27" creationId="{2D8BCD86-94F7-A492-2507-DCC05CA76BCF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29" creationId="{42869193-CCA0-0415-02DA-6EC554F4719D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31" creationId="{078FED1F-E33C-702D-2155-E15BC4D9DC4C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33" creationId="{C17EBCFA-7D54-C2D4-9C65-DE0B5ACC43F9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35" creationId="{1C7F471E-34E8-EC5B-A343-BC6A58E16A71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37" creationId="{A375B397-F330-04AD-F01C-F846172905FC}"/>
          </ac:spMkLst>
        </pc:spChg>
        <pc:spChg chg="add mod">
          <ac:chgData name="Giannis Papadopoulos" userId="011f885267094b50" providerId="LiveId" clId="{1CA7F863-120F-4338-B7D1-787104A621F1}" dt="2026-09-27T17:10:58.357" v="1031" actId="1076"/>
          <ac:spMkLst>
            <pc:docMk/>
            <pc:sldMk cId="2299995747" sldId="288"/>
            <ac:spMk id="39" creationId="{BE8698E5-D34E-3D95-8C2A-442AD581BBBC}"/>
          </ac:spMkLst>
        </pc:spChg>
        <pc:spChg chg="add">
          <ac:chgData name="Giannis Papadopoulos" userId="011f885267094b50" providerId="LiveId" clId="{1CA7F863-120F-4338-B7D1-787104A621F1}" dt="2026-09-27T17:08:58.652" v="964" actId="22"/>
          <ac:spMkLst>
            <pc:docMk/>
            <pc:sldMk cId="2299995747" sldId="288"/>
            <ac:spMk id="43" creationId="{90DB5EDF-8C09-DA76-39E3-FEAF9731EAEF}"/>
          </ac:spMkLst>
        </pc:spChg>
        <pc:spChg chg="add">
          <ac:chgData name="Giannis Papadopoulos" userId="011f885267094b50" providerId="LiveId" clId="{1CA7F863-120F-4338-B7D1-787104A621F1}" dt="2026-09-27T17:08:58.652" v="964" actId="22"/>
          <ac:spMkLst>
            <pc:docMk/>
            <pc:sldMk cId="2299995747" sldId="288"/>
            <ac:spMk id="45" creationId="{C9B55E09-B678-1495-4218-8653F849580A}"/>
          </ac:spMkLst>
        </pc:spChg>
        <pc:spChg chg="add mod">
          <ac:chgData name="Giannis Papadopoulos" userId="011f885267094b50" providerId="LiveId" clId="{1CA7F863-120F-4338-B7D1-787104A621F1}" dt="2026-09-28T19:37:30.481" v="2710" actId="1076"/>
          <ac:spMkLst>
            <pc:docMk/>
            <pc:sldMk cId="2299995747" sldId="288"/>
            <ac:spMk id="47" creationId="{F6949C52-DD62-BDE1-4282-D4F1F3F0E9C1}"/>
          </ac:spMkLst>
        </pc:spChg>
        <pc:spChg chg="add mod">
          <ac:chgData name="Giannis Papadopoulos" userId="011f885267094b50" providerId="LiveId" clId="{1CA7F863-120F-4338-B7D1-787104A621F1}" dt="2026-09-28T20:26:09.908" v="3337" actId="20577"/>
          <ac:spMkLst>
            <pc:docMk/>
            <pc:sldMk cId="2299995747" sldId="288"/>
            <ac:spMk id="49" creationId="{7C2F02C8-E735-723C-1AB5-092F0D22D0F7}"/>
          </ac:spMkLst>
        </pc:spChg>
        <pc:spChg chg="add mod">
          <ac:chgData name="Giannis Papadopoulos" userId="011f885267094b50" providerId="LiveId" clId="{1CA7F863-120F-4338-B7D1-787104A621F1}" dt="2026-09-27T17:14:11.484" v="1097" actId="20577"/>
          <ac:spMkLst>
            <pc:docMk/>
            <pc:sldMk cId="2299995747" sldId="288"/>
            <ac:spMk id="51" creationId="{037E7C75-A6BA-3702-51C6-CA05D7764166}"/>
          </ac:spMkLst>
        </pc:spChg>
        <pc:spChg chg="add mod">
          <ac:chgData name="Giannis Papadopoulos" userId="011f885267094b50" providerId="LiveId" clId="{1CA7F863-120F-4338-B7D1-787104A621F1}" dt="2026-09-28T19:41:58.354" v="2778" actId="20577"/>
          <ac:spMkLst>
            <pc:docMk/>
            <pc:sldMk cId="2299995747" sldId="288"/>
            <ac:spMk id="53" creationId="{A9F2881E-BCA5-D2AA-6F9B-BB0F2102380F}"/>
          </ac:spMkLst>
        </pc:spChg>
        <pc:spChg chg="add mod">
          <ac:chgData name="Giannis Papadopoulos" userId="011f885267094b50" providerId="LiveId" clId="{1CA7F863-120F-4338-B7D1-787104A621F1}" dt="2026-09-27T17:16:17.648" v="1148" actId="207"/>
          <ac:spMkLst>
            <pc:docMk/>
            <pc:sldMk cId="2299995747" sldId="288"/>
            <ac:spMk id="54" creationId="{C489EE95-5907-971F-46AB-B41757BD0460}"/>
          </ac:spMkLst>
        </pc:spChg>
        <pc:spChg chg="add mod">
          <ac:chgData name="Giannis Papadopoulos" userId="011f885267094b50" providerId="LiveId" clId="{1CA7F863-120F-4338-B7D1-787104A621F1}" dt="2026-09-28T19:40:59.477" v="2727" actId="20577"/>
          <ac:spMkLst>
            <pc:docMk/>
            <pc:sldMk cId="2299995747" sldId="288"/>
            <ac:spMk id="56" creationId="{66D3FCB9-A0A9-60FB-FBE0-0D69029FEC89}"/>
          </ac:spMkLst>
        </pc:spChg>
        <pc:spChg chg="add mod">
          <ac:chgData name="Giannis Papadopoulos" userId="011f885267094b50" providerId="LiveId" clId="{1CA7F863-120F-4338-B7D1-787104A621F1}" dt="2026-09-28T19:50:20.152" v="2842" actId="21"/>
          <ac:spMkLst>
            <pc:docMk/>
            <pc:sldMk cId="2299995747" sldId="288"/>
            <ac:spMk id="58" creationId="{BACC0724-B9E9-E8D5-27D5-890816618CA2}"/>
          </ac:spMkLst>
        </pc:spChg>
        <pc:spChg chg="add mod">
          <ac:chgData name="Giannis Papadopoulos" userId="011f885267094b50" providerId="LiveId" clId="{1CA7F863-120F-4338-B7D1-787104A621F1}" dt="2026-09-29T09:12:27.780" v="3666" actId="1036"/>
          <ac:spMkLst>
            <pc:docMk/>
            <pc:sldMk cId="2299995747" sldId="288"/>
            <ac:spMk id="60" creationId="{A87A7986-C86A-B622-2DF1-35461D760150}"/>
          </ac:spMkLst>
        </pc:spChg>
        <pc:picChg chg="add mod">
          <ac:chgData name="Giannis Papadopoulos" userId="011f885267094b50" providerId="LiveId" clId="{1CA7F863-120F-4338-B7D1-787104A621F1}" dt="2026-09-28T19:43:24.801" v="2787" actId="1076"/>
          <ac:picMkLst>
            <pc:docMk/>
            <pc:sldMk cId="2299995747" sldId="288"/>
            <ac:picMk id="3" creationId="{4A6D66D4-5CBF-18EC-E6B5-307C54BADE50}"/>
          </ac:picMkLst>
        </pc:picChg>
        <pc:picChg chg="add">
          <ac:chgData name="Giannis Papadopoulos" userId="011f885267094b50" providerId="LiveId" clId="{1CA7F863-120F-4338-B7D1-787104A621F1}" dt="2026-09-27T17:07:54.519" v="961" actId="22"/>
          <ac:picMkLst>
            <pc:docMk/>
            <pc:sldMk cId="2299995747" sldId="288"/>
            <ac:picMk id="15" creationId="{BCD4F055-2E37-2117-0629-21FA56048DE1}"/>
          </ac:picMkLst>
        </pc:picChg>
      </pc:sldChg>
      <pc:sldChg chg="addSp delSp modSp new mod">
        <pc:chgData name="Giannis Papadopoulos" userId="011f885267094b50" providerId="LiveId" clId="{1CA7F863-120F-4338-B7D1-787104A621F1}" dt="2026-09-28T22:08:04.607" v="3582" actId="20577"/>
        <pc:sldMkLst>
          <pc:docMk/>
          <pc:sldMk cId="1826530480" sldId="289"/>
        </pc:sldMkLst>
        <pc:spChg chg="add mod">
          <ac:chgData name="Giannis Papadopoulos" userId="011f885267094b50" providerId="LiveId" clId="{1CA7F863-120F-4338-B7D1-787104A621F1}" dt="2026-09-28T19:36:56.247" v="2704" actId="1076"/>
          <ac:spMkLst>
            <pc:docMk/>
            <pc:sldMk cId="1826530480" sldId="289"/>
            <ac:spMk id="3" creationId="{2BB9E399-880F-B953-67F4-BD8A814A05FC}"/>
          </ac:spMkLst>
        </pc:spChg>
        <pc:spChg chg="add mod">
          <ac:chgData name="Giannis Papadopoulos" userId="011f885267094b50" providerId="LiveId" clId="{1CA7F863-120F-4338-B7D1-787104A621F1}" dt="2026-09-27T17:30:04.925" v="1385" actId="1076"/>
          <ac:spMkLst>
            <pc:docMk/>
            <pc:sldMk cId="1826530480" sldId="289"/>
            <ac:spMk id="5" creationId="{802C359D-F837-7B07-C46F-C72316B060ED}"/>
          </ac:spMkLst>
        </pc:spChg>
        <pc:spChg chg="add mod">
          <ac:chgData name="Giannis Papadopoulos" userId="011f885267094b50" providerId="LiveId" clId="{1CA7F863-120F-4338-B7D1-787104A621F1}" dt="2026-09-27T17:30:11.458" v="1386" actId="1076"/>
          <ac:spMkLst>
            <pc:docMk/>
            <pc:sldMk cId="1826530480" sldId="289"/>
            <ac:spMk id="7" creationId="{933A827E-D81C-3690-F9A2-4547F616F4F5}"/>
          </ac:spMkLst>
        </pc:spChg>
        <pc:spChg chg="add mod">
          <ac:chgData name="Giannis Papadopoulos" userId="011f885267094b50" providerId="LiveId" clId="{1CA7F863-120F-4338-B7D1-787104A621F1}" dt="2026-09-27T17:32:06.838" v="1436" actId="1076"/>
          <ac:spMkLst>
            <pc:docMk/>
            <pc:sldMk cId="1826530480" sldId="289"/>
            <ac:spMk id="9" creationId="{EA5F0F70-4211-FFB5-59CA-97980CACE0BB}"/>
          </ac:spMkLst>
        </pc:spChg>
        <pc:spChg chg="add">
          <ac:chgData name="Giannis Papadopoulos" userId="011f885267094b50" providerId="LiveId" clId="{1CA7F863-120F-4338-B7D1-787104A621F1}" dt="2026-09-27T17:21:30.737" v="1238" actId="22"/>
          <ac:spMkLst>
            <pc:docMk/>
            <pc:sldMk cId="1826530480" sldId="289"/>
            <ac:spMk id="11" creationId="{EB92477F-5981-9AEE-5B3D-6FA1A14AA6BA}"/>
          </ac:spMkLst>
        </pc:spChg>
        <pc:spChg chg="add">
          <ac:chgData name="Giannis Papadopoulos" userId="011f885267094b50" providerId="LiveId" clId="{1CA7F863-120F-4338-B7D1-787104A621F1}" dt="2026-09-27T17:21:30.737" v="1238" actId="22"/>
          <ac:spMkLst>
            <pc:docMk/>
            <pc:sldMk cId="1826530480" sldId="289"/>
            <ac:spMk id="15" creationId="{F114CDA7-FF89-06C6-056B-53217B22AB2B}"/>
          </ac:spMkLst>
        </pc:spChg>
        <pc:spChg chg="add mod">
          <ac:chgData name="Giannis Papadopoulos" userId="011f885267094b50" providerId="LiveId" clId="{1CA7F863-120F-4338-B7D1-787104A621F1}" dt="2026-09-28T22:08:04.607" v="3582" actId="20577"/>
          <ac:spMkLst>
            <pc:docMk/>
            <pc:sldMk cId="1826530480" sldId="289"/>
            <ac:spMk id="17" creationId="{37D50D11-4E95-87B3-E234-C213BD499A36}"/>
          </ac:spMkLst>
        </pc:spChg>
        <pc:spChg chg="add mod">
          <ac:chgData name="Giannis Papadopoulos" userId="011f885267094b50" providerId="LiveId" clId="{1CA7F863-120F-4338-B7D1-787104A621F1}" dt="2026-09-27T17:28:33.949" v="1377" actId="1076"/>
          <ac:spMkLst>
            <pc:docMk/>
            <pc:sldMk cId="1826530480" sldId="289"/>
            <ac:spMk id="23" creationId="{329C4F14-AF9A-AD42-8D89-B3459FD842BF}"/>
          </ac:spMkLst>
        </pc:spChg>
        <pc:spChg chg="add mod">
          <ac:chgData name="Giannis Papadopoulos" userId="011f885267094b50" providerId="LiveId" clId="{1CA7F863-120F-4338-B7D1-787104A621F1}" dt="2026-09-27T17:28:33.949" v="1377" actId="1076"/>
          <ac:spMkLst>
            <pc:docMk/>
            <pc:sldMk cId="1826530480" sldId="289"/>
            <ac:spMk id="27" creationId="{95DB53BD-29EF-994E-7B3F-9A93B2B63F17}"/>
          </ac:spMkLst>
        </pc:spChg>
        <pc:spChg chg="add mod">
          <ac:chgData name="Giannis Papadopoulos" userId="011f885267094b50" providerId="LiveId" clId="{1CA7F863-120F-4338-B7D1-787104A621F1}" dt="2026-09-27T17:28:33.949" v="1377" actId="1076"/>
          <ac:spMkLst>
            <pc:docMk/>
            <pc:sldMk cId="1826530480" sldId="289"/>
            <ac:spMk id="29" creationId="{90166207-B9DA-E549-0710-504108F31A53}"/>
          </ac:spMkLst>
        </pc:spChg>
        <pc:spChg chg="add mod">
          <ac:chgData name="Giannis Papadopoulos" userId="011f885267094b50" providerId="LiveId" clId="{1CA7F863-120F-4338-B7D1-787104A621F1}" dt="2026-09-27T17:30:16.806" v="1388" actId="1076"/>
          <ac:spMkLst>
            <pc:docMk/>
            <pc:sldMk cId="1826530480" sldId="289"/>
            <ac:spMk id="32" creationId="{3CD0910F-B6F2-ECF9-D452-18EA116C3E1A}"/>
          </ac:spMkLst>
        </pc:spChg>
        <pc:spChg chg="add mod">
          <ac:chgData name="Giannis Papadopoulos" userId="011f885267094b50" providerId="LiveId" clId="{1CA7F863-120F-4338-B7D1-787104A621F1}" dt="2026-09-27T17:32:03.688" v="1435" actId="1076"/>
          <ac:spMkLst>
            <pc:docMk/>
            <pc:sldMk cId="1826530480" sldId="289"/>
            <ac:spMk id="34" creationId="{FABB6FA9-108C-F3CB-948D-29C4D349CCA3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36" creationId="{89B0EF11-00ED-6DD4-8038-9B26A5269C06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38" creationId="{685DC5BB-ECB0-087D-04D1-17E858F0BCE7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40" creationId="{D845827E-F526-EA89-B01C-C2FCBC80E935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42" creationId="{2BE76DAE-38A7-4FAE-E4AA-605194CDCA6C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44" creationId="{313C4CC1-BD67-A619-B5AB-E96F878F5F83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46" creationId="{CD9493B9-CDF6-00FE-9AA2-826E26CE3C36}"/>
          </ac:spMkLst>
        </pc:spChg>
        <pc:spChg chg="add mod">
          <ac:chgData name="Giannis Papadopoulos" userId="011f885267094b50" providerId="LiveId" clId="{1CA7F863-120F-4338-B7D1-787104A621F1}" dt="2026-09-28T19:55:36.655" v="2933" actId="1076"/>
          <ac:spMkLst>
            <pc:docMk/>
            <pc:sldMk cId="1826530480" sldId="289"/>
            <ac:spMk id="48" creationId="{63B95089-A743-7058-EA81-35A35534A64B}"/>
          </ac:spMkLst>
        </pc:spChg>
        <pc:spChg chg="add">
          <ac:chgData name="Giannis Papadopoulos" userId="011f885267094b50" providerId="LiveId" clId="{1CA7F863-120F-4338-B7D1-787104A621F1}" dt="2026-09-28T19:53:38.603" v="2845" actId="11529"/>
          <ac:spMkLst>
            <pc:docMk/>
            <pc:sldMk cId="1826530480" sldId="289"/>
            <ac:spMk id="49" creationId="{E065A6ED-6C7A-F5E0-8E18-2BC7FFC5154A}"/>
          </ac:spMkLst>
        </pc:spChg>
        <pc:spChg chg="add mod">
          <ac:chgData name="Giannis Papadopoulos" userId="011f885267094b50" providerId="LiveId" clId="{1CA7F863-120F-4338-B7D1-787104A621F1}" dt="2026-09-28T19:54:16.238" v="2932" actId="1076"/>
          <ac:spMkLst>
            <pc:docMk/>
            <pc:sldMk cId="1826530480" sldId="289"/>
            <ac:spMk id="50" creationId="{1870AAEB-4177-E01C-8454-5690D2588869}"/>
          </ac:spMkLst>
        </pc:spChg>
        <pc:spChg chg="add mod">
          <ac:chgData name="Giannis Papadopoulos" userId="011f885267094b50" providerId="LiveId" clId="{1CA7F863-120F-4338-B7D1-787104A621F1}" dt="2026-09-28T19:55:41.887" v="2935" actId="1076"/>
          <ac:spMkLst>
            <pc:docMk/>
            <pc:sldMk cId="1826530480" sldId="289"/>
            <ac:spMk id="52" creationId="{14801320-5509-4C5B-E86B-E4A667C3A698}"/>
          </ac:spMkLst>
        </pc:spChg>
        <pc:spChg chg="add mod">
          <ac:chgData name="Giannis Papadopoulos" userId="011f885267094b50" providerId="LiveId" clId="{1CA7F863-120F-4338-B7D1-787104A621F1}" dt="2026-09-28T19:55:51.792" v="2956" actId="20577"/>
          <ac:spMkLst>
            <pc:docMk/>
            <pc:sldMk cId="1826530480" sldId="289"/>
            <ac:spMk id="54" creationId="{551BCD81-3A12-ACE8-71A6-D081409A3656}"/>
          </ac:spMkLst>
        </pc:spChg>
        <pc:spChg chg="add mod">
          <ac:chgData name="Giannis Papadopoulos" userId="011f885267094b50" providerId="LiveId" clId="{1CA7F863-120F-4338-B7D1-787104A621F1}" dt="2026-09-28T19:56:36.870" v="2964" actId="207"/>
          <ac:spMkLst>
            <pc:docMk/>
            <pc:sldMk cId="1826530480" sldId="289"/>
            <ac:spMk id="56" creationId="{16EDBC4B-F292-B2B8-ED1B-9DAA195C9FAE}"/>
          </ac:spMkLst>
        </pc:spChg>
        <pc:picChg chg="add">
          <ac:chgData name="Giannis Papadopoulos" userId="011f885267094b50" providerId="LiveId" clId="{1CA7F863-120F-4338-B7D1-787104A621F1}" dt="2026-09-27T17:21:30.737" v="1238" actId="22"/>
          <ac:picMkLst>
            <pc:docMk/>
            <pc:sldMk cId="1826530480" sldId="289"/>
            <ac:picMk id="13" creationId="{3508C20F-329F-1637-4367-EDB9A03E6FEC}"/>
          </ac:picMkLst>
        </pc:picChg>
      </pc:sldChg>
      <pc:sldChg chg="addSp modSp new mod">
        <pc:chgData name="Giannis Papadopoulos" userId="011f885267094b50" providerId="LiveId" clId="{1CA7F863-120F-4338-B7D1-787104A621F1}" dt="2026-09-28T22:09:34.475" v="3632" actId="20577"/>
        <pc:sldMkLst>
          <pc:docMk/>
          <pc:sldMk cId="3891685037" sldId="290"/>
        </pc:sldMkLst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5" creationId="{492FDB5F-9031-C338-6380-5B03F4FFD64C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9" creationId="{160AD188-DF96-426C-AD7D-4B967A613051}"/>
          </ac:spMkLst>
        </pc:spChg>
        <pc:spChg chg="add mod">
          <ac:chgData name="Giannis Papadopoulos" userId="011f885267094b50" providerId="LiveId" clId="{1CA7F863-120F-4338-B7D1-787104A621F1}" dt="2026-09-28T22:09:34.475" v="3632" actId="20577"/>
          <ac:spMkLst>
            <pc:docMk/>
            <pc:sldMk cId="3891685037" sldId="290"/>
            <ac:spMk id="15" creationId="{FBEDEA28-3E28-8F18-502C-2D8075B69027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27" creationId="{2A5A2693-1773-A9F9-312A-30AF82441337}"/>
          </ac:spMkLst>
        </pc:spChg>
        <pc:spChg chg="add mod">
          <ac:chgData name="Giannis Papadopoulos" userId="011f885267094b50" providerId="LiveId" clId="{1CA7F863-120F-4338-B7D1-787104A621F1}" dt="2026-09-27T18:54:00.934" v="1877" actId="27636"/>
          <ac:spMkLst>
            <pc:docMk/>
            <pc:sldMk cId="3891685037" sldId="290"/>
            <ac:spMk id="31" creationId="{2DCCBE72-5B3B-956D-95D0-F41ED0E057A6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33" creationId="{F1C9B106-F2D9-0D22-1BA2-5FADDEA7EC74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37" creationId="{59FECB7A-D591-D2C1-9B93-0856B6594A99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41" creationId="{CCF6C5D7-1B7B-5CA0-2992-F7D18B4EE065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45" creationId="{FDF58131-CD96-D476-ED85-286C0992BBC8}"/>
          </ac:spMkLst>
        </pc:spChg>
        <pc:spChg chg="add">
          <ac:chgData name="Giannis Papadopoulos" userId="011f885267094b50" providerId="LiveId" clId="{1CA7F863-120F-4338-B7D1-787104A621F1}" dt="2026-09-27T18:24:02.819" v="1861" actId="22"/>
          <ac:spMkLst>
            <pc:docMk/>
            <pc:sldMk cId="3891685037" sldId="290"/>
            <ac:spMk id="47" creationId="{770374D4-AB5A-EB1D-3C05-3CC71A3F7CB0}"/>
          </ac:spMkLst>
        </pc:spChg>
      </pc:sldChg>
      <pc:sldChg chg="addSp modSp new mod ord">
        <pc:chgData name="Giannis Papadopoulos" userId="011f885267094b50" providerId="LiveId" clId="{1CA7F863-120F-4338-B7D1-787104A621F1}" dt="2026-09-28T22:09:29.480" v="3630" actId="20577"/>
        <pc:sldMkLst>
          <pc:docMk/>
          <pc:sldMk cId="1827177344" sldId="291"/>
        </pc:sldMkLst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3" creationId="{40A3A037-634D-C1D4-A9CD-3E45FB9C0278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5" creationId="{C6D74AF3-3288-BB2C-3F6D-E810169834BE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7" creationId="{DAF9C598-31D0-BFF4-B061-523E839F7907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13" creationId="{C35BE735-72CF-DD76-AC50-0FE7159F3710}"/>
          </ac:spMkLst>
        </pc:spChg>
        <pc:spChg chg="add mod">
          <ac:chgData name="Giannis Papadopoulos" userId="011f885267094b50" providerId="LiveId" clId="{1CA7F863-120F-4338-B7D1-787104A621F1}" dt="2026-09-28T22:09:29.480" v="3630" actId="20577"/>
          <ac:spMkLst>
            <pc:docMk/>
            <pc:sldMk cId="1827177344" sldId="291"/>
            <ac:spMk id="15" creationId="{6C168F66-4231-15B7-2E2D-21F2622B844E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19" creationId="{787EB71E-AD49-15B1-BC13-8FD1A1C13709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27" creationId="{5564861A-20FA-75F8-EC0D-8269D38AD0C5}"/>
          </ac:spMkLst>
        </pc:spChg>
        <pc:spChg chg="mod">
          <ac:chgData name="Giannis Papadopoulos" userId="011f885267094b50" providerId="LiveId" clId="{1CA7F863-120F-4338-B7D1-787104A621F1}" dt="2026-09-27T18:23:41.665" v="1854" actId="27636"/>
          <ac:spMkLst>
            <pc:docMk/>
            <pc:sldMk cId="1827177344" sldId="291"/>
            <ac:spMk id="31" creationId="{DCD13E15-D4A0-A103-81E1-CAAABC936169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33" creationId="{C9F86F24-0245-D865-68C7-3DD15343F502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37" creationId="{9E99692D-BE6C-14A0-F526-F2703B50C2CE}"/>
          </ac:spMkLst>
        </pc:spChg>
        <pc:spChg chg="add">
          <ac:chgData name="Giannis Papadopoulos" userId="011f885267094b50" providerId="LiveId" clId="{1CA7F863-120F-4338-B7D1-787104A621F1}" dt="2026-09-27T18:23:41.658" v="1853" actId="22"/>
          <ac:spMkLst>
            <pc:docMk/>
            <pc:sldMk cId="1827177344" sldId="291"/>
            <ac:spMk id="41" creationId="{C2D86E72-C72D-F8FE-9E2B-CFB46DDFD8F2}"/>
          </ac:spMkLst>
        </pc:spChg>
      </pc:sldChg>
      <pc:sldChg chg="addSp delSp modSp new mod">
        <pc:chgData name="Giannis Papadopoulos" userId="011f885267094b50" providerId="LiveId" clId="{1CA7F863-120F-4338-B7D1-787104A621F1}" dt="2026-09-28T22:09:57.272" v="3644" actId="20577"/>
        <pc:sldMkLst>
          <pc:docMk/>
          <pc:sldMk cId="1444906569" sldId="292"/>
        </pc:sldMkLst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3" creationId="{1A1EF948-2F41-EA43-8162-96B4D411492A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7" creationId="{90720254-E815-18F4-00DD-B37B0AA3C1D3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13" creationId="{CD24DAE6-530E-6AE5-6598-E28FEA2DC5E9}"/>
          </ac:spMkLst>
        </pc:spChg>
        <pc:spChg chg="add mod">
          <ac:chgData name="Giannis Papadopoulos" userId="011f885267094b50" providerId="LiveId" clId="{1CA7F863-120F-4338-B7D1-787104A621F1}" dt="2026-09-28T22:09:57.272" v="3644" actId="20577"/>
          <ac:spMkLst>
            <pc:docMk/>
            <pc:sldMk cId="1444906569" sldId="292"/>
            <ac:spMk id="15" creationId="{29E5E664-2811-46E7-5528-1C08BCCEE5AF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19" creationId="{0669D806-F54D-650D-21E8-129444A64CD2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27" creationId="{4D103F11-4C63-03AA-6F2B-111586189D1E}"/>
          </ac:spMkLst>
        </pc:spChg>
        <pc:spChg chg="add mod">
          <ac:chgData name="Giannis Papadopoulos" userId="011f885267094b50" providerId="LiveId" clId="{1CA7F863-120F-4338-B7D1-787104A621F1}" dt="2026-09-27T19:21:20.180" v="1972" actId="27636"/>
          <ac:spMkLst>
            <pc:docMk/>
            <pc:sldMk cId="1444906569" sldId="292"/>
            <ac:spMk id="31" creationId="{407F5595-06EC-CF90-69A6-BD92D12325A8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33" creationId="{EC7D76F2-A30D-5F47-20FB-0C51374EB5A1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37" creationId="{57DEFDA6-0A3A-6058-C388-199F8BB0B2EB}"/>
          </ac:spMkLst>
        </pc:spChg>
        <pc:spChg chg="add">
          <ac:chgData name="Giannis Papadopoulos" userId="011f885267094b50" providerId="LiveId" clId="{1CA7F863-120F-4338-B7D1-787104A621F1}" dt="2026-09-27T19:21:20.176" v="1971" actId="22"/>
          <ac:spMkLst>
            <pc:docMk/>
            <pc:sldMk cId="1444906569" sldId="292"/>
            <ac:spMk id="41" creationId="{21A80A54-3CDD-6227-132F-10EAE89639D8}"/>
          </ac:spMkLst>
        </pc:spChg>
        <pc:graphicFrameChg chg="del">
          <ac:chgData name="Giannis Papadopoulos" userId="011f885267094b50" providerId="LiveId" clId="{1CA7F863-120F-4338-B7D1-787104A621F1}" dt="2026-09-28T08:37:45.599" v="2055" actId="478"/>
          <ac:graphicFrameMkLst>
            <pc:docMk/>
            <pc:sldMk cId="1444906569" sldId="292"/>
            <ac:graphicFrameMk id="29" creationId="{2332C5C5-16C9-744C-2012-448620682884}"/>
          </ac:graphicFrameMkLst>
        </pc:graphicFrameChg>
      </pc:sldChg>
      <pc:sldChg chg="addSp delSp modSp new mod">
        <pc:chgData name="Giannis Papadopoulos" userId="011f885267094b50" providerId="LiveId" clId="{1CA7F863-120F-4338-B7D1-787104A621F1}" dt="2026-09-28T22:10:07.568" v="3650" actId="20577"/>
        <pc:sldMkLst>
          <pc:docMk/>
          <pc:sldMk cId="3997226398" sldId="293"/>
        </pc:sldMkLst>
        <pc:spChg chg="add">
          <ac:chgData name="Giannis Papadopoulos" userId="011f885267094b50" providerId="LiveId" clId="{1CA7F863-120F-4338-B7D1-787104A621F1}" dt="2026-09-28T10:04:44.251" v="2061" actId="22"/>
          <ac:spMkLst>
            <pc:docMk/>
            <pc:sldMk cId="3997226398" sldId="293"/>
            <ac:spMk id="3" creationId="{F4858647-A57E-8501-BB4E-E59A6A206E25}"/>
          </ac:spMkLst>
        </pc:spChg>
        <pc:spChg chg="add">
          <ac:chgData name="Giannis Papadopoulos" userId="011f885267094b50" providerId="LiveId" clId="{1CA7F863-120F-4338-B7D1-787104A621F1}" dt="2026-09-28T10:04:44.251" v="2061" actId="22"/>
          <ac:spMkLst>
            <pc:docMk/>
            <pc:sldMk cId="3997226398" sldId="293"/>
            <ac:spMk id="5" creationId="{719712BA-FEBB-CF50-0783-540DBB743E7B}"/>
          </ac:spMkLst>
        </pc:spChg>
        <pc:spChg chg="add">
          <ac:chgData name="Giannis Papadopoulos" userId="011f885267094b50" providerId="LiveId" clId="{1CA7F863-120F-4338-B7D1-787104A621F1}" dt="2026-09-28T10:04:44.251" v="2061" actId="22"/>
          <ac:spMkLst>
            <pc:docMk/>
            <pc:sldMk cId="3997226398" sldId="293"/>
            <ac:spMk id="7" creationId="{02B6859D-B8E2-5819-46B0-D8B74115E1F7}"/>
          </ac:spMkLst>
        </pc:spChg>
        <pc:spChg chg="add">
          <ac:chgData name="Giannis Papadopoulos" userId="011f885267094b50" providerId="LiveId" clId="{1CA7F863-120F-4338-B7D1-787104A621F1}" dt="2026-09-28T10:04:44.251" v="2061" actId="22"/>
          <ac:spMkLst>
            <pc:docMk/>
            <pc:sldMk cId="3997226398" sldId="293"/>
            <ac:spMk id="9" creationId="{64F7EAF4-877E-1684-1BA8-CE5CDF0BD7E3}"/>
          </ac:spMkLst>
        </pc:spChg>
        <pc:spChg chg="add">
          <ac:chgData name="Giannis Papadopoulos" userId="011f885267094b50" providerId="LiveId" clId="{1CA7F863-120F-4338-B7D1-787104A621F1}" dt="2026-09-28T10:04:44.251" v="2061" actId="22"/>
          <ac:spMkLst>
            <pc:docMk/>
            <pc:sldMk cId="3997226398" sldId="293"/>
            <ac:spMk id="13" creationId="{9BC367E2-2AD6-BA1B-D340-E96E3A69EB4F}"/>
          </ac:spMkLst>
        </pc:spChg>
        <pc:spChg chg="add mod">
          <ac:chgData name="Giannis Papadopoulos" userId="011f885267094b50" providerId="LiveId" clId="{1CA7F863-120F-4338-B7D1-787104A621F1}" dt="2026-09-28T22:10:07.568" v="3650" actId="20577"/>
          <ac:spMkLst>
            <pc:docMk/>
            <pc:sldMk cId="3997226398" sldId="293"/>
            <ac:spMk id="15" creationId="{5B984C4E-9FB6-B65B-D733-07CA6B68BC7B}"/>
          </ac:spMkLst>
        </pc:spChg>
        <pc:spChg chg="add">
          <ac:chgData name="Giannis Papadopoulos" userId="011f885267094b50" providerId="LiveId" clId="{1CA7F863-120F-4338-B7D1-787104A621F1}" dt="2026-09-28T10:04:44.251" v="2061" actId="22"/>
          <ac:spMkLst>
            <pc:docMk/>
            <pc:sldMk cId="3997226398" sldId="293"/>
            <ac:spMk id="17" creationId="{5A51B3B9-CAB9-1BF8-000C-199D1A25B3A6}"/>
          </ac:spMkLst>
        </pc:spChg>
        <pc:spChg chg="add mod">
          <ac:chgData name="Giannis Papadopoulos" userId="011f885267094b50" providerId="LiveId" clId="{1CA7F863-120F-4338-B7D1-787104A621F1}" dt="2026-09-28T10:32:56.282" v="2224" actId="1076"/>
          <ac:spMkLst>
            <pc:docMk/>
            <pc:sldMk cId="3997226398" sldId="293"/>
            <ac:spMk id="25" creationId="{C28B66AA-1F34-AB64-6206-A1132419F2D2}"/>
          </ac:spMkLst>
        </pc:spChg>
        <pc:picChg chg="add">
          <ac:chgData name="Giannis Papadopoulos" userId="011f885267094b50" providerId="LiveId" clId="{1CA7F863-120F-4338-B7D1-787104A621F1}" dt="2026-09-28T10:04:44.251" v="2061" actId="22"/>
          <ac:picMkLst>
            <pc:docMk/>
            <pc:sldMk cId="3997226398" sldId="293"/>
            <ac:picMk id="11" creationId="{975E0F01-2038-B181-D789-709BD7E3A48D}"/>
          </ac:picMkLst>
        </pc:picChg>
        <pc:picChg chg="add del">
          <ac:chgData name="Giannis Papadopoulos" userId="011f885267094b50" providerId="LiveId" clId="{1CA7F863-120F-4338-B7D1-787104A621F1}" dt="2026-09-28T10:04:55.114" v="2064" actId="478"/>
          <ac:picMkLst>
            <pc:docMk/>
            <pc:sldMk cId="3997226398" sldId="293"/>
            <ac:picMk id="19" creationId="{7D21C0C5-FFC1-84FC-7F44-F481DDBA4269}"/>
          </ac:picMkLst>
        </pc:picChg>
        <pc:picChg chg="del mod">
          <ac:chgData name="Giannis Papadopoulos" userId="011f885267094b50" providerId="LiveId" clId="{1CA7F863-120F-4338-B7D1-787104A621F1}" dt="2026-09-28T10:04:54.428" v="2063" actId="478"/>
          <ac:picMkLst>
            <pc:docMk/>
            <pc:sldMk cId="3997226398" sldId="293"/>
            <ac:picMk id="21" creationId="{4D88F5C0-EB92-5FB3-FBFD-4F79FBAE6730}"/>
          </ac:picMkLst>
        </pc:picChg>
        <pc:picChg chg="add mod">
          <ac:chgData name="Giannis Papadopoulos" userId="011f885267094b50" providerId="LiveId" clId="{1CA7F863-120F-4338-B7D1-787104A621F1}" dt="2026-09-28T10:36:48.436" v="2226" actId="1076"/>
          <ac:picMkLst>
            <pc:docMk/>
            <pc:sldMk cId="3997226398" sldId="293"/>
            <ac:picMk id="23" creationId="{7F5B7D99-5BBA-1F0F-C7F0-F7E0BC4B45EF}"/>
          </ac:picMkLst>
        </pc:picChg>
      </pc:sldChg>
      <pc:sldChg chg="addSp delSp modSp new mod">
        <pc:chgData name="Giannis Papadopoulos" userId="011f885267094b50" providerId="LiveId" clId="{1CA7F863-120F-4338-B7D1-787104A621F1}" dt="2026-09-28T22:10:15.749" v="3654" actId="20577"/>
        <pc:sldMkLst>
          <pc:docMk/>
          <pc:sldMk cId="2888262397" sldId="294"/>
        </pc:sldMkLst>
        <pc:spChg chg="add">
          <ac:chgData name="Giannis Papadopoulos" userId="011f885267094b50" providerId="LiveId" clId="{1CA7F863-120F-4338-B7D1-787104A621F1}" dt="2026-09-28T10:51:27.971" v="2228" actId="22"/>
          <ac:spMkLst>
            <pc:docMk/>
            <pc:sldMk cId="2888262397" sldId="294"/>
            <ac:spMk id="3" creationId="{9E844477-67A4-64A5-1DC9-4A153341F2A1}"/>
          </ac:spMkLst>
        </pc:spChg>
        <pc:spChg chg="add">
          <ac:chgData name="Giannis Papadopoulos" userId="011f885267094b50" providerId="LiveId" clId="{1CA7F863-120F-4338-B7D1-787104A621F1}" dt="2026-09-28T10:51:27.971" v="2228" actId="22"/>
          <ac:spMkLst>
            <pc:docMk/>
            <pc:sldMk cId="2888262397" sldId="294"/>
            <ac:spMk id="5" creationId="{4328A5CF-B349-EAC0-D436-067144AF4D2F}"/>
          </ac:spMkLst>
        </pc:spChg>
        <pc:spChg chg="add">
          <ac:chgData name="Giannis Papadopoulos" userId="011f885267094b50" providerId="LiveId" clId="{1CA7F863-120F-4338-B7D1-787104A621F1}" dt="2026-09-28T10:51:27.971" v="2228" actId="22"/>
          <ac:spMkLst>
            <pc:docMk/>
            <pc:sldMk cId="2888262397" sldId="294"/>
            <ac:spMk id="13" creationId="{AA09B3C2-BD40-810A-5F9F-D04800F23421}"/>
          </ac:spMkLst>
        </pc:spChg>
        <pc:spChg chg="add mod">
          <ac:chgData name="Giannis Papadopoulos" userId="011f885267094b50" providerId="LiveId" clId="{1CA7F863-120F-4338-B7D1-787104A621F1}" dt="2026-09-28T22:10:15.749" v="3654" actId="20577"/>
          <ac:spMkLst>
            <pc:docMk/>
            <pc:sldMk cId="2888262397" sldId="294"/>
            <ac:spMk id="15" creationId="{A2F86168-E671-4316-D08B-759B7A84BF18}"/>
          </ac:spMkLst>
        </pc:spChg>
        <pc:spChg chg="del mod">
          <ac:chgData name="Giannis Papadopoulos" userId="011f885267094b50" providerId="LiveId" clId="{1CA7F863-120F-4338-B7D1-787104A621F1}" dt="2026-09-28T10:52:40.282" v="2239" actId="478"/>
          <ac:spMkLst>
            <pc:docMk/>
            <pc:sldMk cId="2888262397" sldId="294"/>
            <ac:spMk id="19" creationId="{00E3DD3F-7967-B779-8F85-822756B16EDF}"/>
          </ac:spMkLst>
        </pc:spChg>
        <pc:spChg chg="add del">
          <ac:chgData name="Giannis Papadopoulos" userId="011f885267094b50" providerId="LiveId" clId="{1CA7F863-120F-4338-B7D1-787104A621F1}" dt="2026-09-28T10:52:35.409" v="2235" actId="478"/>
          <ac:spMkLst>
            <pc:docMk/>
            <pc:sldMk cId="2888262397" sldId="294"/>
            <ac:spMk id="23" creationId="{7F5CC4E1-6C1D-D26D-C456-422C48B0B98F}"/>
          </ac:spMkLst>
        </pc:spChg>
        <pc:spChg chg="add del">
          <ac:chgData name="Giannis Papadopoulos" userId="011f885267094b50" providerId="LiveId" clId="{1CA7F863-120F-4338-B7D1-787104A621F1}" dt="2026-09-28T10:52:47.934" v="2244" actId="478"/>
          <ac:spMkLst>
            <pc:docMk/>
            <pc:sldMk cId="2888262397" sldId="294"/>
            <ac:spMk id="27" creationId="{9E8E4E0E-A870-D978-B9EE-90E7D263A231}"/>
          </ac:spMkLst>
        </pc:spChg>
        <pc:spChg chg="add del mod">
          <ac:chgData name="Giannis Papadopoulos" userId="011f885267094b50" providerId="LiveId" clId="{1CA7F863-120F-4338-B7D1-787104A621F1}" dt="2026-09-28T10:51:39.016" v="2231" actId="478"/>
          <ac:spMkLst>
            <pc:docMk/>
            <pc:sldMk cId="2888262397" sldId="294"/>
            <ac:spMk id="31" creationId="{BE40BB59-47AD-53B4-C1E0-2C6830D7ED28}"/>
          </ac:spMkLst>
        </pc:spChg>
        <pc:spChg chg="add del">
          <ac:chgData name="Giannis Papadopoulos" userId="011f885267094b50" providerId="LiveId" clId="{1CA7F863-120F-4338-B7D1-787104A621F1}" dt="2026-09-28T10:52:36.526" v="2236" actId="478"/>
          <ac:spMkLst>
            <pc:docMk/>
            <pc:sldMk cId="2888262397" sldId="294"/>
            <ac:spMk id="33" creationId="{6601CAC0-1CFD-BD06-FED6-9F6558BAAAB5}"/>
          </ac:spMkLst>
        </pc:spChg>
        <pc:spChg chg="add del">
          <ac:chgData name="Giannis Papadopoulos" userId="011f885267094b50" providerId="LiveId" clId="{1CA7F863-120F-4338-B7D1-787104A621F1}" dt="2026-09-28T10:52:35.409" v="2235" actId="478"/>
          <ac:spMkLst>
            <pc:docMk/>
            <pc:sldMk cId="2888262397" sldId="294"/>
            <ac:spMk id="37" creationId="{14E582EC-AB5F-8922-95C9-62A9932FECB1}"/>
          </ac:spMkLst>
        </pc:spChg>
        <pc:spChg chg="add del">
          <ac:chgData name="Giannis Papadopoulos" userId="011f885267094b50" providerId="LiveId" clId="{1CA7F863-120F-4338-B7D1-787104A621F1}" dt="2026-09-28T10:52:41.583" v="2241" actId="478"/>
          <ac:spMkLst>
            <pc:docMk/>
            <pc:sldMk cId="2888262397" sldId="294"/>
            <ac:spMk id="41" creationId="{FDF9C678-B8CE-421E-36A6-C81E63BD3E7D}"/>
          </ac:spMkLst>
        </pc:spChg>
        <pc:graphicFrameChg chg="del modGraphic">
          <ac:chgData name="Giannis Papadopoulos" userId="011f885267094b50" providerId="LiveId" clId="{1CA7F863-120F-4338-B7D1-787104A621F1}" dt="2026-09-28T10:51:39.016" v="2231" actId="478"/>
          <ac:graphicFrameMkLst>
            <pc:docMk/>
            <pc:sldMk cId="2888262397" sldId="294"/>
            <ac:graphicFrameMk id="29" creationId="{39AD2258-0587-0398-6C51-163354883951}"/>
          </ac:graphicFrameMkLst>
        </pc:graphicFrameChg>
        <pc:picChg chg="del">
          <ac:chgData name="Giannis Papadopoulos" userId="011f885267094b50" providerId="LiveId" clId="{1CA7F863-120F-4338-B7D1-787104A621F1}" dt="2026-09-28T10:52:37.561" v="2237" actId="478"/>
          <ac:picMkLst>
            <pc:docMk/>
            <pc:sldMk cId="2888262397" sldId="294"/>
            <ac:picMk id="17" creationId="{D33CFB00-94E7-C9A9-8FBB-8C69E1D5808C}"/>
          </ac:picMkLst>
        </pc:picChg>
        <pc:picChg chg="del">
          <ac:chgData name="Giannis Papadopoulos" userId="011f885267094b50" providerId="LiveId" clId="{1CA7F863-120F-4338-B7D1-787104A621F1}" dt="2026-09-28T10:52:35.409" v="2235" actId="478"/>
          <ac:picMkLst>
            <pc:docMk/>
            <pc:sldMk cId="2888262397" sldId="294"/>
            <ac:picMk id="21" creationId="{8197332B-DBAE-C1C7-8FD6-06D642DFA19F}"/>
          </ac:picMkLst>
        </pc:picChg>
        <pc:picChg chg="del">
          <ac:chgData name="Giannis Papadopoulos" userId="011f885267094b50" providerId="LiveId" clId="{1CA7F863-120F-4338-B7D1-787104A621F1}" dt="2026-09-28T10:52:42.357" v="2242" actId="478"/>
          <ac:picMkLst>
            <pc:docMk/>
            <pc:sldMk cId="2888262397" sldId="294"/>
            <ac:picMk id="25" creationId="{D445C5F0-206D-8B70-A067-F8DFB646DA3B}"/>
          </ac:picMkLst>
        </pc:picChg>
        <pc:picChg chg="del">
          <ac:chgData name="Giannis Papadopoulos" userId="011f885267094b50" providerId="LiveId" clId="{1CA7F863-120F-4338-B7D1-787104A621F1}" dt="2026-09-28T10:52:35.409" v="2235" actId="478"/>
          <ac:picMkLst>
            <pc:docMk/>
            <pc:sldMk cId="2888262397" sldId="294"/>
            <ac:picMk id="35" creationId="{92EBA797-91A6-42BF-07A1-69E88A45DA16}"/>
          </ac:picMkLst>
        </pc:picChg>
        <pc:picChg chg="del">
          <ac:chgData name="Giannis Papadopoulos" userId="011f885267094b50" providerId="LiveId" clId="{1CA7F863-120F-4338-B7D1-787104A621F1}" dt="2026-09-28T10:52:35.409" v="2235" actId="478"/>
          <ac:picMkLst>
            <pc:docMk/>
            <pc:sldMk cId="2888262397" sldId="294"/>
            <ac:picMk id="39" creationId="{68A52289-06A8-F028-006C-D1B92A23BCC7}"/>
          </ac:picMkLst>
        </pc:picChg>
        <pc:picChg chg="del">
          <ac:chgData name="Giannis Papadopoulos" userId="011f885267094b50" providerId="LiveId" clId="{1CA7F863-120F-4338-B7D1-787104A621F1}" dt="2026-09-28T10:52:41.155" v="2240" actId="478"/>
          <ac:picMkLst>
            <pc:docMk/>
            <pc:sldMk cId="2888262397" sldId="294"/>
            <ac:picMk id="43" creationId="{E25F3201-A44F-F676-CB52-796F7EE6A6CA}"/>
          </ac:picMkLst>
        </pc:picChg>
        <pc:picChg chg="add mod">
          <ac:chgData name="Giannis Papadopoulos" userId="011f885267094b50" providerId="LiveId" clId="{1CA7F863-120F-4338-B7D1-787104A621F1}" dt="2026-09-28T10:52:50.953" v="2245" actId="1076"/>
          <ac:picMkLst>
            <pc:docMk/>
            <pc:sldMk cId="2888262397" sldId="294"/>
            <ac:picMk id="45" creationId="{F9745C8E-6857-6FB5-5620-805581E82F33}"/>
          </ac:picMkLst>
        </pc:picChg>
      </pc:sldChg>
      <pc:sldChg chg="addSp delSp modSp new mod">
        <pc:chgData name="Giannis Papadopoulos" userId="011f885267094b50" providerId="LiveId" clId="{1CA7F863-120F-4338-B7D1-787104A621F1}" dt="2026-09-28T22:10:19.284" v="3656" actId="20577"/>
        <pc:sldMkLst>
          <pc:docMk/>
          <pc:sldMk cId="2242715193" sldId="295"/>
        </pc:sldMkLst>
        <pc:spChg chg="add">
          <ac:chgData name="Giannis Papadopoulos" userId="011f885267094b50" providerId="LiveId" clId="{1CA7F863-120F-4338-B7D1-787104A621F1}" dt="2026-09-28T10:53:12.189" v="2247" actId="22"/>
          <ac:spMkLst>
            <pc:docMk/>
            <pc:sldMk cId="2242715193" sldId="295"/>
            <ac:spMk id="3" creationId="{43BD22F0-96C3-C433-9784-046DFCE9B477}"/>
          </ac:spMkLst>
        </pc:spChg>
        <pc:spChg chg="add">
          <ac:chgData name="Giannis Papadopoulos" userId="011f885267094b50" providerId="LiveId" clId="{1CA7F863-120F-4338-B7D1-787104A621F1}" dt="2026-09-28T10:53:12.189" v="2247" actId="22"/>
          <ac:spMkLst>
            <pc:docMk/>
            <pc:sldMk cId="2242715193" sldId="295"/>
            <ac:spMk id="5" creationId="{95AC41BB-9DE4-381B-6FC3-29E19CF6070B}"/>
          </ac:spMkLst>
        </pc:spChg>
        <pc:spChg chg="add">
          <ac:chgData name="Giannis Papadopoulos" userId="011f885267094b50" providerId="LiveId" clId="{1CA7F863-120F-4338-B7D1-787104A621F1}" dt="2026-09-28T10:53:12.189" v="2247" actId="22"/>
          <ac:spMkLst>
            <pc:docMk/>
            <pc:sldMk cId="2242715193" sldId="295"/>
            <ac:spMk id="7" creationId="{2D3A393A-3653-356F-DFDE-21BD51E6704A}"/>
          </ac:spMkLst>
        </pc:spChg>
        <pc:spChg chg="add">
          <ac:chgData name="Giannis Papadopoulos" userId="011f885267094b50" providerId="LiveId" clId="{1CA7F863-120F-4338-B7D1-787104A621F1}" dt="2026-09-28T10:53:12.189" v="2247" actId="22"/>
          <ac:spMkLst>
            <pc:docMk/>
            <pc:sldMk cId="2242715193" sldId="295"/>
            <ac:spMk id="9" creationId="{7F318B81-8F9C-FBC7-8F1B-EB1842C3C2AF}"/>
          </ac:spMkLst>
        </pc:spChg>
        <pc:spChg chg="add">
          <ac:chgData name="Giannis Papadopoulos" userId="011f885267094b50" providerId="LiveId" clId="{1CA7F863-120F-4338-B7D1-787104A621F1}" dt="2026-09-28T10:53:12.189" v="2247" actId="22"/>
          <ac:spMkLst>
            <pc:docMk/>
            <pc:sldMk cId="2242715193" sldId="295"/>
            <ac:spMk id="13" creationId="{28ED4A79-3043-F0F3-7A8C-689B85558AD0}"/>
          </ac:spMkLst>
        </pc:spChg>
        <pc:spChg chg="add mod">
          <ac:chgData name="Giannis Papadopoulos" userId="011f885267094b50" providerId="LiveId" clId="{1CA7F863-120F-4338-B7D1-787104A621F1}" dt="2026-09-28T22:10:19.284" v="3656" actId="20577"/>
          <ac:spMkLst>
            <pc:docMk/>
            <pc:sldMk cId="2242715193" sldId="295"/>
            <ac:spMk id="15" creationId="{2DD6A15D-9599-5E2F-3C8E-5CFBCCAF4DAC}"/>
          </ac:spMkLst>
        </pc:spChg>
        <pc:picChg chg="add">
          <ac:chgData name="Giannis Papadopoulos" userId="011f885267094b50" providerId="LiveId" clId="{1CA7F863-120F-4338-B7D1-787104A621F1}" dt="2026-09-28T10:53:12.189" v="2247" actId="22"/>
          <ac:picMkLst>
            <pc:docMk/>
            <pc:sldMk cId="2242715193" sldId="295"/>
            <ac:picMk id="11" creationId="{9DE47AC4-8F18-EADF-5F6C-B22C8DBEDDF2}"/>
          </ac:picMkLst>
        </pc:picChg>
        <pc:picChg chg="add del">
          <ac:chgData name="Giannis Papadopoulos" userId="011f885267094b50" providerId="LiveId" clId="{1CA7F863-120F-4338-B7D1-787104A621F1}" dt="2026-09-28T10:53:27.117" v="2248" actId="478"/>
          <ac:picMkLst>
            <pc:docMk/>
            <pc:sldMk cId="2242715193" sldId="295"/>
            <ac:picMk id="17" creationId="{C6E4986C-054B-3BD7-E72A-F4166CD9A210}"/>
          </ac:picMkLst>
        </pc:picChg>
        <pc:picChg chg="add mod">
          <ac:chgData name="Giannis Papadopoulos" userId="011f885267094b50" providerId="LiveId" clId="{1CA7F863-120F-4338-B7D1-787104A621F1}" dt="2026-09-28T10:53:32.201" v="2251" actId="1076"/>
          <ac:picMkLst>
            <pc:docMk/>
            <pc:sldMk cId="2242715193" sldId="295"/>
            <ac:picMk id="19" creationId="{AC371D59-060D-EB01-463C-F0311B26207E}"/>
          </ac:picMkLst>
        </pc:picChg>
      </pc:sldChg>
      <pc:sldChg chg="addSp delSp modSp new mod">
        <pc:chgData name="Giannis Papadopoulos" userId="011f885267094b50" providerId="LiveId" clId="{1CA7F863-120F-4338-B7D1-787104A621F1}" dt="2026-09-28T22:10:11.228" v="3652" actId="20577"/>
        <pc:sldMkLst>
          <pc:docMk/>
          <pc:sldMk cId="1141675072" sldId="296"/>
        </pc:sldMkLst>
        <pc:spChg chg="add del">
          <ac:chgData name="Giannis Papadopoulos" userId="011f885267094b50" providerId="LiveId" clId="{1CA7F863-120F-4338-B7D1-787104A621F1}" dt="2026-09-28T10:54:28.591" v="2254" actId="22"/>
          <ac:spMkLst>
            <pc:docMk/>
            <pc:sldMk cId="1141675072" sldId="296"/>
            <ac:spMk id="3" creationId="{FEE4ACEE-CA38-2106-73AB-E0CEF6E82BF4}"/>
          </ac:spMkLst>
        </pc:spChg>
        <pc:spChg chg="add del">
          <ac:chgData name="Giannis Papadopoulos" userId="011f885267094b50" providerId="LiveId" clId="{1CA7F863-120F-4338-B7D1-787104A621F1}" dt="2026-09-28T10:54:28.591" v="2254" actId="22"/>
          <ac:spMkLst>
            <pc:docMk/>
            <pc:sldMk cId="1141675072" sldId="296"/>
            <ac:spMk id="5" creationId="{171AEBC4-9DB6-C3E7-A115-DBA1C20447F7}"/>
          </ac:spMkLst>
        </pc:spChg>
        <pc:spChg chg="add del">
          <ac:chgData name="Giannis Papadopoulos" userId="011f885267094b50" providerId="LiveId" clId="{1CA7F863-120F-4338-B7D1-787104A621F1}" dt="2026-09-28T10:54:28.591" v="2254" actId="22"/>
          <ac:spMkLst>
            <pc:docMk/>
            <pc:sldMk cId="1141675072" sldId="296"/>
            <ac:spMk id="7" creationId="{3DB7F80A-AA85-00DE-B7B3-9938762696DA}"/>
          </ac:spMkLst>
        </pc:spChg>
        <pc:spChg chg="add del">
          <ac:chgData name="Giannis Papadopoulos" userId="011f885267094b50" providerId="LiveId" clId="{1CA7F863-120F-4338-B7D1-787104A621F1}" dt="2026-09-28T10:54:28.591" v="2254" actId="22"/>
          <ac:spMkLst>
            <pc:docMk/>
            <pc:sldMk cId="1141675072" sldId="296"/>
            <ac:spMk id="9" creationId="{1FD669D2-122E-F75E-EFD9-B215305540F4}"/>
          </ac:spMkLst>
        </pc:spChg>
        <pc:spChg chg="add del">
          <ac:chgData name="Giannis Papadopoulos" userId="011f885267094b50" providerId="LiveId" clId="{1CA7F863-120F-4338-B7D1-787104A621F1}" dt="2026-09-28T10:54:28.591" v="2254" actId="22"/>
          <ac:spMkLst>
            <pc:docMk/>
            <pc:sldMk cId="1141675072" sldId="296"/>
            <ac:spMk id="11" creationId="{6020522D-AB82-6D1E-E887-D563B4DE638E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13" creationId="{0D8E589C-4FCF-462B-7D26-0101F147EFC1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15" creationId="{ED5A7D9E-F82A-B82E-C423-5B9887212394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17" creationId="{94C83D28-CD59-A20D-60F7-5629D2457D5C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19" creationId="{944DFFED-CF27-25A2-248E-1D59EF06A7E0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21" creationId="{96A195F6-F28F-3E4E-0FE7-EBE613A9EED7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23" creationId="{5B203A38-2093-061F-5D0E-A45E929F9616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25" creationId="{08B30D89-7FDC-2282-2C3C-D15CC75F0400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27" creationId="{9CE95D9A-49C5-F744-9C2A-CF2E96A2CED3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29" creationId="{8AAE106D-FA36-DDA1-0CBA-1FEDEEDFB4DD}"/>
          </ac:spMkLst>
        </pc:spChg>
        <pc:spChg chg="add mod">
          <ac:chgData name="Giannis Papadopoulos" userId="011f885267094b50" providerId="LiveId" clId="{1CA7F863-120F-4338-B7D1-787104A621F1}" dt="2026-09-28T10:55:25.602" v="2257" actId="1076"/>
          <ac:spMkLst>
            <pc:docMk/>
            <pc:sldMk cId="1141675072" sldId="296"/>
            <ac:spMk id="31" creationId="{44FD7B0A-8FBF-8514-4A1F-91DECEB224E3}"/>
          </ac:spMkLst>
        </pc:spChg>
        <pc:spChg chg="add del">
          <ac:chgData name="Giannis Papadopoulos" userId="011f885267094b50" providerId="LiveId" clId="{1CA7F863-120F-4338-B7D1-787104A621F1}" dt="2026-09-28T10:55:59.547" v="2267" actId="478"/>
          <ac:spMkLst>
            <pc:docMk/>
            <pc:sldMk cId="1141675072" sldId="296"/>
            <ac:spMk id="33" creationId="{107E09A4-37D4-A3D8-BB6D-DFE438630FE5}"/>
          </ac:spMkLst>
        </pc:spChg>
        <pc:spChg chg="add del">
          <ac:chgData name="Giannis Papadopoulos" userId="011f885267094b50" providerId="LiveId" clId="{1CA7F863-120F-4338-B7D1-787104A621F1}" dt="2026-09-28T10:56:00.140" v="2268" actId="478"/>
          <ac:spMkLst>
            <pc:docMk/>
            <pc:sldMk cId="1141675072" sldId="296"/>
            <ac:spMk id="35" creationId="{1FE1D46F-A1B0-616A-B87B-B886705BAD08}"/>
          </ac:spMkLst>
        </pc:spChg>
        <pc:spChg chg="add del">
          <ac:chgData name="Giannis Papadopoulos" userId="011f885267094b50" providerId="LiveId" clId="{1CA7F863-120F-4338-B7D1-787104A621F1}" dt="2026-09-28T10:55:55.955" v="2264" actId="478"/>
          <ac:spMkLst>
            <pc:docMk/>
            <pc:sldMk cId="1141675072" sldId="296"/>
            <ac:spMk id="37" creationId="{2A33A2CA-2032-9E09-4B72-77DF9A6B4102}"/>
          </ac:spMkLst>
        </pc:spChg>
        <pc:spChg chg="add del mod">
          <ac:chgData name="Giannis Papadopoulos" userId="011f885267094b50" providerId="LiveId" clId="{1CA7F863-120F-4338-B7D1-787104A621F1}" dt="2026-09-28T10:55:58.181" v="2266" actId="478"/>
          <ac:spMkLst>
            <pc:docMk/>
            <pc:sldMk cId="1141675072" sldId="296"/>
            <ac:spMk id="39" creationId="{CADCD5FC-C90F-BADE-7C30-30D49BE365FB}"/>
          </ac:spMkLst>
        </pc:spChg>
        <pc:spChg chg="add del">
          <ac:chgData name="Giannis Papadopoulos" userId="011f885267094b50" providerId="LiveId" clId="{1CA7F863-120F-4338-B7D1-787104A621F1}" dt="2026-09-28T10:55:38.476" v="2263" actId="22"/>
          <ac:spMkLst>
            <pc:docMk/>
            <pc:sldMk cId="1141675072" sldId="296"/>
            <ac:spMk id="41" creationId="{B7AF863F-E4C9-FE36-A70F-4550167000CE}"/>
          </ac:spMkLst>
        </pc:spChg>
        <pc:spChg chg="add del">
          <ac:chgData name="Giannis Papadopoulos" userId="011f885267094b50" providerId="LiveId" clId="{1CA7F863-120F-4338-B7D1-787104A621F1}" dt="2026-09-28T10:55:38.476" v="2263" actId="22"/>
          <ac:spMkLst>
            <pc:docMk/>
            <pc:sldMk cId="1141675072" sldId="296"/>
            <ac:spMk id="43" creationId="{1FB5F778-F349-5C06-66F8-C73A5AF75111}"/>
          </ac:spMkLst>
        </pc:spChg>
        <pc:spChg chg="add del">
          <ac:chgData name="Giannis Papadopoulos" userId="011f885267094b50" providerId="LiveId" clId="{1CA7F863-120F-4338-B7D1-787104A621F1}" dt="2026-09-28T10:55:38.476" v="2263" actId="22"/>
          <ac:spMkLst>
            <pc:docMk/>
            <pc:sldMk cId="1141675072" sldId="296"/>
            <ac:spMk id="45" creationId="{C82685FB-DBE4-3B81-5C9C-4DF50F91D8E5}"/>
          </ac:spMkLst>
        </pc:spChg>
        <pc:spChg chg="add del">
          <ac:chgData name="Giannis Papadopoulos" userId="011f885267094b50" providerId="LiveId" clId="{1CA7F863-120F-4338-B7D1-787104A621F1}" dt="2026-09-28T10:55:38.476" v="2263" actId="22"/>
          <ac:spMkLst>
            <pc:docMk/>
            <pc:sldMk cId="1141675072" sldId="296"/>
            <ac:spMk id="47" creationId="{8FD04650-68F7-1D77-13D1-60D1C139571A}"/>
          </ac:spMkLst>
        </pc:spChg>
        <pc:spChg chg="add">
          <ac:chgData name="Giannis Papadopoulos" userId="011f885267094b50" providerId="LiveId" clId="{1CA7F863-120F-4338-B7D1-787104A621F1}" dt="2026-09-28T10:56:00.994" v="2269" actId="22"/>
          <ac:spMkLst>
            <pc:docMk/>
            <pc:sldMk cId="1141675072" sldId="296"/>
            <ac:spMk id="49" creationId="{D9599D4F-14DA-B9A5-B989-97A1DA0EE782}"/>
          </ac:spMkLst>
        </pc:spChg>
        <pc:spChg chg="add">
          <ac:chgData name="Giannis Papadopoulos" userId="011f885267094b50" providerId="LiveId" clId="{1CA7F863-120F-4338-B7D1-787104A621F1}" dt="2026-09-28T10:56:00.994" v="2269" actId="22"/>
          <ac:spMkLst>
            <pc:docMk/>
            <pc:sldMk cId="1141675072" sldId="296"/>
            <ac:spMk id="51" creationId="{979FB472-501F-4612-A864-5E77F4951FA7}"/>
          </ac:spMkLst>
        </pc:spChg>
        <pc:spChg chg="add">
          <ac:chgData name="Giannis Papadopoulos" userId="011f885267094b50" providerId="LiveId" clId="{1CA7F863-120F-4338-B7D1-787104A621F1}" dt="2026-09-28T10:56:00.994" v="2269" actId="22"/>
          <ac:spMkLst>
            <pc:docMk/>
            <pc:sldMk cId="1141675072" sldId="296"/>
            <ac:spMk id="53" creationId="{A9CD4452-5A49-4F13-E552-553494A4DC8B}"/>
          </ac:spMkLst>
        </pc:spChg>
        <pc:spChg chg="add">
          <ac:chgData name="Giannis Papadopoulos" userId="011f885267094b50" providerId="LiveId" clId="{1CA7F863-120F-4338-B7D1-787104A621F1}" dt="2026-09-28T10:56:21.523" v="2270" actId="22"/>
          <ac:spMkLst>
            <pc:docMk/>
            <pc:sldMk cId="1141675072" sldId="296"/>
            <ac:spMk id="55" creationId="{DA7A9EC2-D4C7-F5BA-B228-FAB8910CB22D}"/>
          </ac:spMkLst>
        </pc:spChg>
        <pc:spChg chg="add">
          <ac:chgData name="Giannis Papadopoulos" userId="011f885267094b50" providerId="LiveId" clId="{1CA7F863-120F-4338-B7D1-787104A621F1}" dt="2026-09-28T10:56:21.523" v="2270" actId="22"/>
          <ac:spMkLst>
            <pc:docMk/>
            <pc:sldMk cId="1141675072" sldId="296"/>
            <ac:spMk id="59" creationId="{925EB0EE-5638-C09C-0085-38049EA95EC1}"/>
          </ac:spMkLst>
        </pc:spChg>
        <pc:spChg chg="add mod">
          <ac:chgData name="Giannis Papadopoulos" userId="011f885267094b50" providerId="LiveId" clId="{1CA7F863-120F-4338-B7D1-787104A621F1}" dt="2026-09-28T22:10:11.228" v="3652" actId="20577"/>
          <ac:spMkLst>
            <pc:docMk/>
            <pc:sldMk cId="1141675072" sldId="296"/>
            <ac:spMk id="61" creationId="{A5107EFE-DC58-1692-7CA8-2A22D2F8FB6A}"/>
          </ac:spMkLst>
        </pc:spChg>
        <pc:picChg chg="add">
          <ac:chgData name="Giannis Papadopoulos" userId="011f885267094b50" providerId="LiveId" clId="{1CA7F863-120F-4338-B7D1-787104A621F1}" dt="2026-09-28T10:56:21.523" v="2270" actId="22"/>
          <ac:picMkLst>
            <pc:docMk/>
            <pc:sldMk cId="1141675072" sldId="296"/>
            <ac:picMk id="57" creationId="{AFD932FE-611E-6C11-4ECA-E6B39351524F}"/>
          </ac:picMkLst>
        </pc:picChg>
      </pc:sldChg>
      <pc:sldChg chg="addSp delSp modSp new mod">
        <pc:chgData name="Giannis Papadopoulos" userId="011f885267094b50" providerId="LiveId" clId="{1CA7F863-120F-4338-B7D1-787104A621F1}" dt="2026-09-28T22:09:10.374" v="3618" actId="20577"/>
        <pc:sldMkLst>
          <pc:docMk/>
          <pc:sldMk cId="3603992969" sldId="297"/>
        </pc:sldMkLst>
        <pc:spChg chg="add del">
          <ac:chgData name="Giannis Papadopoulos" userId="011f885267094b50" providerId="LiveId" clId="{1CA7F863-120F-4338-B7D1-787104A621F1}" dt="2026-09-28T16:11:24.020" v="2318" actId="478"/>
          <ac:spMkLst>
            <pc:docMk/>
            <pc:sldMk cId="3603992969" sldId="297"/>
            <ac:spMk id="3" creationId="{8C28C5BC-B143-2CA1-26C2-697F74B76E1D}"/>
          </ac:spMkLst>
        </pc:spChg>
        <pc:spChg chg="add del">
          <ac:chgData name="Giannis Papadopoulos" userId="011f885267094b50" providerId="LiveId" clId="{1CA7F863-120F-4338-B7D1-787104A621F1}" dt="2026-09-28T16:11:24.020" v="2318" actId="478"/>
          <ac:spMkLst>
            <pc:docMk/>
            <pc:sldMk cId="3603992969" sldId="297"/>
            <ac:spMk id="5" creationId="{1502A87B-D7E7-AAFD-32F9-45ADF09C0FE1}"/>
          </ac:spMkLst>
        </pc:spChg>
        <pc:spChg chg="add del">
          <ac:chgData name="Giannis Papadopoulos" userId="011f885267094b50" providerId="LiveId" clId="{1CA7F863-120F-4338-B7D1-787104A621F1}" dt="2026-09-28T16:11:24.020" v="2318" actId="478"/>
          <ac:spMkLst>
            <pc:docMk/>
            <pc:sldMk cId="3603992969" sldId="297"/>
            <ac:spMk id="7" creationId="{008BDF75-C116-EF6A-14D0-9D70E5573F49}"/>
          </ac:spMkLst>
        </pc:spChg>
        <pc:spChg chg="add del">
          <ac:chgData name="Giannis Papadopoulos" userId="011f885267094b50" providerId="LiveId" clId="{1CA7F863-120F-4338-B7D1-787104A621F1}" dt="2026-09-28T16:11:24.020" v="2318" actId="478"/>
          <ac:spMkLst>
            <pc:docMk/>
            <pc:sldMk cId="3603992969" sldId="297"/>
            <ac:spMk id="9" creationId="{5C5D6D33-1A23-F456-D0B6-5E559A645A55}"/>
          </ac:spMkLst>
        </pc:spChg>
        <pc:spChg chg="add del">
          <ac:chgData name="Giannis Papadopoulos" userId="011f885267094b50" providerId="LiveId" clId="{1CA7F863-120F-4338-B7D1-787104A621F1}" dt="2026-09-28T16:11:24.020" v="2318" actId="478"/>
          <ac:spMkLst>
            <pc:docMk/>
            <pc:sldMk cId="3603992969" sldId="297"/>
            <ac:spMk id="13" creationId="{A53B6A95-BEE8-89A2-9B65-A04402EF9B0E}"/>
          </ac:spMkLst>
        </pc:spChg>
        <pc:spChg chg="add del mod">
          <ac:chgData name="Giannis Papadopoulos" userId="011f885267094b50" providerId="LiveId" clId="{1CA7F863-120F-4338-B7D1-787104A621F1}" dt="2026-09-28T22:09:10.374" v="3618" actId="20577"/>
          <ac:spMkLst>
            <pc:docMk/>
            <pc:sldMk cId="3603992969" sldId="297"/>
            <ac:spMk id="15" creationId="{F5343DB5-8D55-AE7A-6AAD-08A9316825BA}"/>
          </ac:spMkLst>
        </pc:spChg>
        <pc:spChg chg="add del">
          <ac:chgData name="Giannis Papadopoulos" userId="011f885267094b50" providerId="LiveId" clId="{1CA7F863-120F-4338-B7D1-787104A621F1}" dt="2026-09-28T16:11:31.579" v="2321" actId="478"/>
          <ac:spMkLst>
            <pc:docMk/>
            <pc:sldMk cId="3603992969" sldId="297"/>
            <ac:spMk id="19" creationId="{36ABAF14-26EE-1EED-583C-976361C115C6}"/>
          </ac:spMkLst>
        </pc:spChg>
        <pc:spChg chg="add del mod">
          <ac:chgData name="Giannis Papadopoulos" userId="011f885267094b50" providerId="LiveId" clId="{1CA7F863-120F-4338-B7D1-787104A621F1}" dt="2026-09-28T16:11:35.656" v="2322" actId="478"/>
          <ac:spMkLst>
            <pc:docMk/>
            <pc:sldMk cId="3603992969" sldId="297"/>
            <ac:spMk id="21" creationId="{5937885B-7DED-E79E-672F-1CB91420595B}"/>
          </ac:spMkLst>
        </pc:spChg>
        <pc:spChg chg="add del">
          <ac:chgData name="Giannis Papadopoulos" userId="011f885267094b50" providerId="LiveId" clId="{1CA7F863-120F-4338-B7D1-787104A621F1}" dt="2026-09-28T16:11:37.286" v="2323" actId="478"/>
          <ac:spMkLst>
            <pc:docMk/>
            <pc:sldMk cId="3603992969" sldId="297"/>
            <ac:spMk id="23" creationId="{046102EA-527D-6A2C-6BE1-4309B438FEFB}"/>
          </ac:spMkLst>
        </pc:spChg>
        <pc:spChg chg="add">
          <ac:chgData name="Giannis Papadopoulos" userId="011f885267094b50" providerId="LiveId" clId="{1CA7F863-120F-4338-B7D1-787104A621F1}" dt="2026-09-28T16:12:37.795" v="2324" actId="22"/>
          <ac:spMkLst>
            <pc:docMk/>
            <pc:sldMk cId="3603992969" sldId="297"/>
            <ac:spMk id="25" creationId="{690673E9-E8F3-74E6-C4A0-DA5C70C07D03}"/>
          </ac:spMkLst>
        </pc:spChg>
        <pc:spChg chg="add">
          <ac:chgData name="Giannis Papadopoulos" userId="011f885267094b50" providerId="LiveId" clId="{1CA7F863-120F-4338-B7D1-787104A621F1}" dt="2026-09-28T16:12:37.795" v="2324" actId="22"/>
          <ac:spMkLst>
            <pc:docMk/>
            <pc:sldMk cId="3603992969" sldId="297"/>
            <ac:spMk id="27" creationId="{BE6E8801-E7BA-90AE-D2C7-C9FDE559093C}"/>
          </ac:spMkLst>
        </pc:spChg>
        <pc:spChg chg="add">
          <ac:chgData name="Giannis Papadopoulos" userId="011f885267094b50" providerId="LiveId" clId="{1CA7F863-120F-4338-B7D1-787104A621F1}" dt="2026-09-28T16:12:37.795" v="2324" actId="22"/>
          <ac:spMkLst>
            <pc:docMk/>
            <pc:sldMk cId="3603992969" sldId="297"/>
            <ac:spMk id="31" creationId="{B5AADF72-0CF7-FEAE-389A-66136F586EC5}"/>
          </ac:spMkLst>
        </pc:spChg>
        <pc:spChg chg="add mod">
          <ac:chgData name="Giannis Papadopoulos" userId="011f885267094b50" providerId="LiveId" clId="{1CA7F863-120F-4338-B7D1-787104A621F1}" dt="2026-09-28T16:20:06.922" v="2396" actId="1076"/>
          <ac:spMkLst>
            <pc:docMk/>
            <pc:sldMk cId="3603992969" sldId="297"/>
            <ac:spMk id="33" creationId="{6FD9F007-FC15-5AF3-616B-C57ADD216210}"/>
          </ac:spMkLst>
        </pc:spChg>
        <pc:spChg chg="add mod">
          <ac:chgData name="Giannis Papadopoulos" userId="011f885267094b50" providerId="LiveId" clId="{1CA7F863-120F-4338-B7D1-787104A621F1}" dt="2026-09-28T16:22:36.912" v="2456" actId="1076"/>
          <ac:spMkLst>
            <pc:docMk/>
            <pc:sldMk cId="3603992969" sldId="297"/>
            <ac:spMk id="35" creationId="{D3B9E7C9-3134-5862-ADA3-353DA5ED9667}"/>
          </ac:spMkLst>
        </pc:spChg>
        <pc:spChg chg="add mod">
          <ac:chgData name="Giannis Papadopoulos" userId="011f885267094b50" providerId="LiveId" clId="{1CA7F863-120F-4338-B7D1-787104A621F1}" dt="2026-09-28T16:22:30.370" v="2455" actId="20577"/>
          <ac:spMkLst>
            <pc:docMk/>
            <pc:sldMk cId="3603992969" sldId="297"/>
            <ac:spMk id="36" creationId="{7C20A225-4CEB-355B-8153-33AEBD240D45}"/>
          </ac:spMkLst>
        </pc:spChg>
        <pc:spChg chg="add mod">
          <ac:chgData name="Giannis Papadopoulos" userId="011f885267094b50" providerId="LiveId" clId="{1CA7F863-120F-4338-B7D1-787104A621F1}" dt="2026-09-28T16:27:24.718" v="2466" actId="1076"/>
          <ac:spMkLst>
            <pc:docMk/>
            <pc:sldMk cId="3603992969" sldId="297"/>
            <ac:spMk id="38" creationId="{8E8CFFD6-628B-7FF2-EB7B-35641A62EA37}"/>
          </ac:spMkLst>
        </pc:spChg>
        <pc:spChg chg="add mod">
          <ac:chgData name="Giannis Papadopoulos" userId="011f885267094b50" providerId="LiveId" clId="{1CA7F863-120F-4338-B7D1-787104A621F1}" dt="2026-09-28T17:03:40.205" v="2663" actId="207"/>
          <ac:spMkLst>
            <pc:docMk/>
            <pc:sldMk cId="3603992969" sldId="297"/>
            <ac:spMk id="41" creationId="{540FB089-CF40-AA84-C69D-E6206E6FD80F}"/>
          </ac:spMkLst>
        </pc:spChg>
        <pc:spChg chg="add mod">
          <ac:chgData name="Giannis Papadopoulos" userId="011f885267094b50" providerId="LiveId" clId="{1CA7F863-120F-4338-B7D1-787104A621F1}" dt="2026-09-28T16:36:03.328" v="2504" actId="1076"/>
          <ac:spMkLst>
            <pc:docMk/>
            <pc:sldMk cId="3603992969" sldId="297"/>
            <ac:spMk id="43" creationId="{6E7C1ADB-6199-9062-F2F1-56F620E41E14}"/>
          </ac:spMkLst>
        </pc:spChg>
        <pc:picChg chg="add del">
          <ac:chgData name="Giannis Papadopoulos" userId="011f885267094b50" providerId="LiveId" clId="{1CA7F863-120F-4338-B7D1-787104A621F1}" dt="2026-09-28T16:11:24.020" v="2318" actId="478"/>
          <ac:picMkLst>
            <pc:docMk/>
            <pc:sldMk cId="3603992969" sldId="297"/>
            <ac:picMk id="11" creationId="{72B1C882-8F95-50C4-B755-22B201ADDCFD}"/>
          </ac:picMkLst>
        </pc:picChg>
        <pc:picChg chg="del">
          <ac:chgData name="Giannis Papadopoulos" userId="011f885267094b50" providerId="LiveId" clId="{1CA7F863-120F-4338-B7D1-787104A621F1}" dt="2026-09-28T16:11:29.085" v="2319" actId="478"/>
          <ac:picMkLst>
            <pc:docMk/>
            <pc:sldMk cId="3603992969" sldId="297"/>
            <ac:picMk id="17" creationId="{00A177C6-C515-2106-B035-447A9F7AAEC7}"/>
          </ac:picMkLst>
        </pc:picChg>
        <pc:picChg chg="add">
          <ac:chgData name="Giannis Papadopoulos" userId="011f885267094b50" providerId="LiveId" clId="{1CA7F863-120F-4338-B7D1-787104A621F1}" dt="2026-09-28T16:12:37.795" v="2324" actId="22"/>
          <ac:picMkLst>
            <pc:docMk/>
            <pc:sldMk cId="3603992969" sldId="297"/>
            <ac:picMk id="29" creationId="{4C1523D9-9F30-4DF8-5179-BD0AC3C5B1EF}"/>
          </ac:picMkLst>
        </pc:picChg>
        <pc:picChg chg="add mod">
          <ac:chgData name="Giannis Papadopoulos" userId="011f885267094b50" providerId="LiveId" clId="{1CA7F863-120F-4338-B7D1-787104A621F1}" dt="2026-09-28T16:27:58.438" v="2471" actId="1076"/>
          <ac:picMkLst>
            <pc:docMk/>
            <pc:sldMk cId="3603992969" sldId="297"/>
            <ac:picMk id="39" creationId="{1BBCFDDF-A22F-FBCF-43B2-CDA684583693}"/>
          </ac:picMkLst>
        </pc:picChg>
      </pc:sldChg>
      <pc:sldChg chg="addSp modSp new mod">
        <pc:chgData name="Giannis Papadopoulos" userId="011f885267094b50" providerId="LiveId" clId="{1CA7F863-120F-4338-B7D1-787104A621F1}" dt="2026-09-28T22:09:20.602" v="3626" actId="20577"/>
        <pc:sldMkLst>
          <pc:docMk/>
          <pc:sldMk cId="552166411" sldId="298"/>
        </pc:sldMkLst>
        <pc:spChg chg="add mod">
          <ac:chgData name="Giannis Papadopoulos" userId="011f885267094b50" providerId="LiveId" clId="{1CA7F863-120F-4338-B7D1-787104A621F1}" dt="2026-09-28T17:11:52.436" v="2693" actId="255"/>
          <ac:spMkLst>
            <pc:docMk/>
            <pc:sldMk cId="552166411" sldId="298"/>
            <ac:spMk id="3" creationId="{4334D605-FA80-EC74-68EC-914087D0B073}"/>
          </ac:spMkLst>
        </pc:spChg>
        <pc:spChg chg="add">
          <ac:chgData name="Giannis Papadopoulos" userId="011f885267094b50" providerId="LiveId" clId="{1CA7F863-120F-4338-B7D1-787104A621F1}" dt="2026-09-28T17:02:42.639" v="2660" actId="22"/>
          <ac:spMkLst>
            <pc:docMk/>
            <pc:sldMk cId="552166411" sldId="298"/>
            <ac:spMk id="6" creationId="{290BEE01-B8B8-C23C-5F94-6BF5E8F4EACD}"/>
          </ac:spMkLst>
        </pc:spChg>
        <pc:spChg chg="add">
          <ac:chgData name="Giannis Papadopoulos" userId="011f885267094b50" providerId="LiveId" clId="{1CA7F863-120F-4338-B7D1-787104A621F1}" dt="2026-09-28T17:02:42.639" v="2660" actId="22"/>
          <ac:spMkLst>
            <pc:docMk/>
            <pc:sldMk cId="552166411" sldId="298"/>
            <ac:spMk id="10" creationId="{896DF6F3-B6B1-93D6-5357-E5C47DEEA7D5}"/>
          </ac:spMkLst>
        </pc:spChg>
        <pc:spChg chg="add mod">
          <ac:chgData name="Giannis Papadopoulos" userId="011f885267094b50" providerId="LiveId" clId="{1CA7F863-120F-4338-B7D1-787104A621F1}" dt="2026-09-28T22:09:20.602" v="3626" actId="20577"/>
          <ac:spMkLst>
            <pc:docMk/>
            <pc:sldMk cId="552166411" sldId="298"/>
            <ac:spMk id="12" creationId="{24ADD8F4-91E9-EB48-28D2-A5E26C509C39}"/>
          </ac:spMkLst>
        </pc:spChg>
        <pc:spChg chg="add mod">
          <ac:chgData name="Giannis Papadopoulos" userId="011f885267094b50" providerId="LiveId" clId="{1CA7F863-120F-4338-B7D1-787104A621F1}" dt="2026-09-28T17:04:13.026" v="2688" actId="255"/>
          <ac:spMkLst>
            <pc:docMk/>
            <pc:sldMk cId="552166411" sldId="298"/>
            <ac:spMk id="14" creationId="{3FACEB08-FDBD-9574-525B-6E49EF23F03B}"/>
          </ac:spMkLst>
        </pc:spChg>
        <pc:spChg chg="add mod">
          <ac:chgData name="Giannis Papadopoulos" userId="011f885267094b50" providerId="LiveId" clId="{1CA7F863-120F-4338-B7D1-787104A621F1}" dt="2026-09-28T17:11:40.010" v="2691" actId="1076"/>
          <ac:spMkLst>
            <pc:docMk/>
            <pc:sldMk cId="552166411" sldId="298"/>
            <ac:spMk id="16" creationId="{D8A491B6-983A-6D17-76C0-7560AAC3DA43}"/>
          </ac:spMkLst>
        </pc:spChg>
        <pc:spChg chg="add mod">
          <ac:chgData name="Giannis Papadopoulos" userId="011f885267094b50" providerId="LiveId" clId="{1CA7F863-120F-4338-B7D1-787104A621F1}" dt="2026-09-28T17:11:40.010" v="2691" actId="1076"/>
          <ac:spMkLst>
            <pc:docMk/>
            <pc:sldMk cId="552166411" sldId="298"/>
            <ac:spMk id="18" creationId="{694801EB-C7E9-B937-0427-2489BB679C20}"/>
          </ac:spMkLst>
        </pc:spChg>
        <pc:spChg chg="add mod">
          <ac:chgData name="Giannis Papadopoulos" userId="011f885267094b50" providerId="LiveId" clId="{1CA7F863-120F-4338-B7D1-787104A621F1}" dt="2026-09-28T17:11:40.010" v="2691" actId="1076"/>
          <ac:spMkLst>
            <pc:docMk/>
            <pc:sldMk cId="552166411" sldId="298"/>
            <ac:spMk id="22" creationId="{60438638-0A56-47B5-9CCF-42A92EFCA73C}"/>
          </ac:spMkLst>
        </pc:spChg>
        <pc:spChg chg="add mod">
          <ac:chgData name="Giannis Papadopoulos" userId="011f885267094b50" providerId="LiveId" clId="{1CA7F863-120F-4338-B7D1-787104A621F1}" dt="2026-09-28T17:12:47.440" v="2698" actId="255"/>
          <ac:spMkLst>
            <pc:docMk/>
            <pc:sldMk cId="552166411" sldId="298"/>
            <ac:spMk id="24" creationId="{451ECE02-7325-19B4-83E5-D70800AFEF7C}"/>
          </ac:spMkLst>
        </pc:spChg>
        <pc:picChg chg="add mod">
          <ac:chgData name="Giannis Papadopoulos" userId="011f885267094b50" providerId="LiveId" clId="{1CA7F863-120F-4338-B7D1-787104A621F1}" dt="2026-09-28T17:02:08.490" v="2656" actId="1076"/>
          <ac:picMkLst>
            <pc:docMk/>
            <pc:sldMk cId="552166411" sldId="298"/>
            <ac:picMk id="4" creationId="{6063C14E-83C5-68B6-0B2A-EB6AD8418177}"/>
          </ac:picMkLst>
        </pc:picChg>
        <pc:picChg chg="add">
          <ac:chgData name="Giannis Papadopoulos" userId="011f885267094b50" providerId="LiveId" clId="{1CA7F863-120F-4338-B7D1-787104A621F1}" dt="2026-09-28T17:02:42.639" v="2660" actId="22"/>
          <ac:picMkLst>
            <pc:docMk/>
            <pc:sldMk cId="552166411" sldId="298"/>
            <ac:picMk id="8" creationId="{B92D8D4A-3A74-1750-468A-2DB0A3E65D06}"/>
          </ac:picMkLst>
        </pc:picChg>
        <pc:picChg chg="add mod">
          <ac:chgData name="Giannis Papadopoulos" userId="011f885267094b50" providerId="LiveId" clId="{1CA7F863-120F-4338-B7D1-787104A621F1}" dt="2026-09-28T17:11:40.010" v="2691" actId="1076"/>
          <ac:picMkLst>
            <pc:docMk/>
            <pc:sldMk cId="552166411" sldId="298"/>
            <ac:picMk id="20" creationId="{91AABCD3-3A7F-EFFD-2121-443B3F187800}"/>
          </ac:picMkLst>
        </pc:picChg>
      </pc:sldChg>
      <pc:sldChg chg="addSp delSp modSp new mod">
        <pc:chgData name="Giannis Papadopoulos" userId="011f885267094b50" providerId="LiveId" clId="{1CA7F863-120F-4338-B7D1-787104A621F1}" dt="2026-09-28T22:09:15.016" v="3622" actId="20577"/>
        <pc:sldMkLst>
          <pc:docMk/>
          <pc:sldMk cId="3690037685" sldId="299"/>
        </pc:sldMkLst>
        <pc:spChg chg="add del mod">
          <ac:chgData name="Giannis Papadopoulos" userId="011f885267094b50" providerId="LiveId" clId="{1CA7F863-120F-4338-B7D1-787104A621F1}" dt="2026-09-28T16:42:58.996" v="2564" actId="478"/>
          <ac:spMkLst>
            <pc:docMk/>
            <pc:sldMk cId="3690037685" sldId="299"/>
            <ac:spMk id="3" creationId="{A877D930-0A8B-7F42-CCA4-8CB08423FA23}"/>
          </ac:spMkLst>
        </pc:spChg>
        <pc:spChg chg="add">
          <ac:chgData name="Giannis Papadopoulos" userId="011f885267094b50" providerId="LiveId" clId="{1CA7F863-120F-4338-B7D1-787104A621F1}" dt="2026-09-28T16:40:25.286" v="2507" actId="22"/>
          <ac:spMkLst>
            <pc:docMk/>
            <pc:sldMk cId="3690037685" sldId="299"/>
            <ac:spMk id="5" creationId="{84324BF7-05B2-4E23-8C50-ED06B8C2990C}"/>
          </ac:spMkLst>
        </pc:spChg>
        <pc:spChg chg="add">
          <ac:chgData name="Giannis Papadopoulos" userId="011f885267094b50" providerId="LiveId" clId="{1CA7F863-120F-4338-B7D1-787104A621F1}" dt="2026-09-28T16:40:25.286" v="2507" actId="22"/>
          <ac:spMkLst>
            <pc:docMk/>
            <pc:sldMk cId="3690037685" sldId="299"/>
            <ac:spMk id="9" creationId="{C4A089EC-364D-2F34-4D99-3065880DBCB0}"/>
          </ac:spMkLst>
        </pc:spChg>
        <pc:spChg chg="add mod">
          <ac:chgData name="Giannis Papadopoulos" userId="011f885267094b50" providerId="LiveId" clId="{1CA7F863-120F-4338-B7D1-787104A621F1}" dt="2026-09-28T22:09:15.016" v="3622" actId="20577"/>
          <ac:spMkLst>
            <pc:docMk/>
            <pc:sldMk cId="3690037685" sldId="299"/>
            <ac:spMk id="11" creationId="{6362CF4C-B1C6-6C0B-7EAC-8929D83A0905}"/>
          </ac:spMkLst>
        </pc:spChg>
        <pc:spChg chg="add mod">
          <ac:chgData name="Giannis Papadopoulos" userId="011f885267094b50" providerId="LiveId" clId="{1CA7F863-120F-4338-B7D1-787104A621F1}" dt="2026-09-28T16:49:24.117" v="2647" actId="1076"/>
          <ac:spMkLst>
            <pc:docMk/>
            <pc:sldMk cId="3690037685" sldId="299"/>
            <ac:spMk id="12" creationId="{5DB122F8-D9BC-E153-6D7A-5E64FD800735}"/>
          </ac:spMkLst>
        </pc:spChg>
        <pc:spChg chg="add del mod">
          <ac:chgData name="Giannis Papadopoulos" userId="011f885267094b50" providerId="LiveId" clId="{1CA7F863-120F-4338-B7D1-787104A621F1}" dt="2026-09-28T16:42:55.636" v="2562"/>
          <ac:spMkLst>
            <pc:docMk/>
            <pc:sldMk cId="3690037685" sldId="299"/>
            <ac:spMk id="13" creationId="{2D096660-CD06-6728-5D1E-019BBF779E11}"/>
          </ac:spMkLst>
        </pc:spChg>
        <pc:spChg chg="add mod">
          <ac:chgData name="Giannis Papadopoulos" userId="011f885267094b50" providerId="LiveId" clId="{1CA7F863-120F-4338-B7D1-787104A621F1}" dt="2026-09-28T16:49:09.882" v="2644" actId="1076"/>
          <ac:spMkLst>
            <pc:docMk/>
            <pc:sldMk cId="3690037685" sldId="299"/>
            <ac:spMk id="15" creationId="{E44010F2-0751-098A-E7BA-37E9302E1F6A}"/>
          </ac:spMkLst>
        </pc:spChg>
        <pc:spChg chg="add mod">
          <ac:chgData name="Giannis Papadopoulos" userId="011f885267094b50" providerId="LiveId" clId="{1CA7F863-120F-4338-B7D1-787104A621F1}" dt="2026-09-28T16:49:09.882" v="2644" actId="1076"/>
          <ac:spMkLst>
            <pc:docMk/>
            <pc:sldMk cId="3690037685" sldId="299"/>
            <ac:spMk id="17" creationId="{86C5E1C1-FA41-FB42-CAB6-301486663F93}"/>
          </ac:spMkLst>
        </pc:spChg>
        <pc:spChg chg="add mod">
          <ac:chgData name="Giannis Papadopoulos" userId="011f885267094b50" providerId="LiveId" clId="{1CA7F863-120F-4338-B7D1-787104A621F1}" dt="2026-09-28T16:49:20.156" v="2646" actId="1076"/>
          <ac:spMkLst>
            <pc:docMk/>
            <pc:sldMk cId="3690037685" sldId="299"/>
            <ac:spMk id="18" creationId="{19E1AB97-9CBD-94A4-9405-FDF529AFAAC2}"/>
          </ac:spMkLst>
        </pc:spChg>
        <pc:picChg chg="add">
          <ac:chgData name="Giannis Papadopoulos" userId="011f885267094b50" providerId="LiveId" clId="{1CA7F863-120F-4338-B7D1-787104A621F1}" dt="2026-09-28T16:40:25.286" v="2507" actId="22"/>
          <ac:picMkLst>
            <pc:docMk/>
            <pc:sldMk cId="3690037685" sldId="299"/>
            <ac:picMk id="7" creationId="{D088C611-7C61-6EB1-EB24-E9D454E709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.jpe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0.png"/><Relationship Id="rId7" Type="http://schemas.openxmlformats.org/officeDocument/2006/relationships/image" Target="../media/image8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1.jpe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80.png"/><Relationship Id="rId7" Type="http://schemas.openxmlformats.org/officeDocument/2006/relationships/image" Target="../media/image10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.jpe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dblp.uni-trier.de/rec/journals/jacm/CandesLMW11.html?utm_source=chatgpt.com" TargetMode="External"/><Relationship Id="rId13" Type="http://schemas.openxmlformats.org/officeDocument/2006/relationships/hyperlink" Target="https://arxiv.org/abs/1801.09847?utm_source=chatgpt.com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www.sciencedirect.com/science/article/abs/pii/S0097849319300780?utm_source=chatgpt.com" TargetMode="External"/><Relationship Id="rId12" Type="http://schemas.openxmlformats.org/officeDocument/2006/relationships/hyperlink" Target="https://onlinelibrary.wiley.com/doi/pdf/10.1111/1467-8659.00236?utm_source=chatgpt.co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access.thecvf.com/content_cvpr_2017/html/Qi_PointNet_Deep_Learning_CVPR_2017_paper.html?utm_source=chatgpt.com" TargetMode="External"/><Relationship Id="rId11" Type="http://schemas.openxmlformats.org/officeDocument/2006/relationships/hyperlink" Target="https://doi.org/10.1145/258734.258849?utm_source=chatgpt.com" TargetMode="External"/><Relationship Id="rId5" Type="http://schemas.openxmlformats.org/officeDocument/2006/relationships/hyperlink" Target="https://vvr.ece.upatras.gr/portfolio-items/feature-preserving-mesh-denoising-based-on-graph-spectral-processing/?utm_source=chatgpt.com" TargetMode="External"/><Relationship Id="rId10" Type="http://schemas.openxmlformats.org/officeDocument/2006/relationships/hyperlink" Target="https://cdfg.mit.edu/publications/?utm_source=chatgpt.com" TargetMode="External"/><Relationship Id="rId4" Type="http://schemas.openxmlformats.org/officeDocument/2006/relationships/hyperlink" Target="https://doi.org/10.1145/218380.218473?utm_source=chatgpt.com" TargetMode="External"/><Relationship Id="rId9" Type="http://schemas.openxmlformats.org/officeDocument/2006/relationships/hyperlink" Target="https://pubmed.ncbi.nlm.nih.gov/20975122/?utm_source=chatgpt.com" TargetMode="External"/><Relationship Id="rId14" Type="http://schemas.openxmlformats.org/officeDocument/2006/relationships/hyperlink" Target="https://github.com/cnr-isti-vclab/meshlab?utm_source=chatgpt.com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803586-CCE6-4B56-8089-F8488D68A7E2}"/>
              </a:ext>
            </a:extLst>
          </p:cNvPr>
          <p:cNvSpPr>
            <a:spLocks noGrp="1"/>
          </p:cNvSpPr>
          <p:nvPr/>
        </p:nvSpPr>
        <p:spPr>
          <a:xfrm>
            <a:off x="7237027" y="1361483"/>
            <a:ext cx="457983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900" b="1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3900" b="1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Mesh Denoising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4D644-2F96-4853-B2E4-498E94810B74}"/>
              </a:ext>
            </a:extLst>
          </p:cNvPr>
          <p:cNvSpPr>
            <a:spLocks noGrp="1"/>
          </p:cNvSpPr>
          <p:nvPr/>
        </p:nvSpPr>
        <p:spPr>
          <a:xfrm>
            <a:off x="7237027" y="2083535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875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Στ</a:t>
            </a:r>
            <a:r>
              <a:rPr sz="1875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ατικά και δυναμικά τριγωνικά πλέγματα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92211C6-48AC-4E16-961F-DF4964598F08}"/>
              </a:ext>
            </a:extLst>
          </p:cNvPr>
          <p:cNvSpPr>
            <a:spLocks noGrp="1"/>
          </p:cNvSpPr>
          <p:nvPr/>
        </p:nvSpPr>
        <p:spPr>
          <a:xfrm>
            <a:off x="7237027" y="2797910"/>
            <a:ext cx="36195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59DFD3-CCE5-4DA3-A69E-EB4FC7B14F25}"/>
              </a:ext>
            </a:extLst>
          </p:cNvPr>
          <p:cNvSpPr>
            <a:spLocks noGrp="1"/>
          </p:cNvSpPr>
          <p:nvPr/>
        </p:nvSpPr>
        <p:spPr>
          <a:xfrm>
            <a:off x="7283094" y="2797910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0C868-CD2C-4E64-950B-06EFDC5E4B25}"/>
              </a:ext>
            </a:extLst>
          </p:cNvPr>
          <p:cNvSpPr>
            <a:spLocks noGrp="1"/>
          </p:cNvSpPr>
          <p:nvPr/>
        </p:nvSpPr>
        <p:spPr>
          <a:xfrm>
            <a:off x="7283094" y="3486533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Μάριος</a:t>
            </a: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2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Ιωάννης</a:t>
            </a: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Παπα</a:t>
            </a:r>
            <a:r>
              <a:rPr sz="142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δό</a:t>
            </a: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πουλος</a:t>
            </a:r>
          </a:p>
          <a:p>
            <a:pPr algn="l">
              <a:lnSpc>
                <a:spcPct val="118000"/>
              </a:lnSpc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ΑΜ 1092834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07BD0D-BA33-438C-BDE7-78596D11FEDE}"/>
              </a:ext>
            </a:extLst>
          </p:cNvPr>
          <p:cNvSpPr>
            <a:spLocks noGrp="1"/>
          </p:cNvSpPr>
          <p:nvPr/>
        </p:nvSpPr>
        <p:spPr>
          <a:xfrm>
            <a:off x="7283094" y="4507984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Τμήμ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 Ηλεκτρολόγων Μηχανικών και Τεχνολογίας Υπολογιστών</a:t>
            </a:r>
          </a:p>
          <a:p>
            <a:pPr algn="l">
              <a:lnSpc>
                <a:spcPct val="116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Ακ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αδ. </a:t>
            </a: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έτος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2025–2026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7027" y="5582461"/>
            <a:ext cx="781050" cy="781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524356-CE77-A67D-ABB3-C7CF4178D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8" y="103688"/>
            <a:ext cx="6806802" cy="286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8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6B95C1B-011D-43EA-9B7B-3C3613B093AD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ADC704F-844A-426D-A11D-03E1D1792810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E0DB6-BB01-44A9-B504-2F06D399ECC5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Συνολική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ροή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3BE85D-4358-44C3-B1CF-4A83111B34E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61504F-B22E-4571-9BD4-C57F412D9FE1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17699F-8BA9-4A4A-AD78-FD3A14D67BD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EE86C6-E39D-4A83-9068-25B3A349D2AB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Καθαρό mesh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6C0D5-6C10-459A-B994-A15EDAC21F80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είσοδος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FA9536E-654C-451B-86A5-A5A7977F6402}"/>
              </a:ext>
            </a:extLst>
          </p:cNvPr>
          <p:cNvSpPr>
            <a:spLocks noGrp="1"/>
          </p:cNvSpPr>
          <p:nvPr/>
        </p:nvSpPr>
        <p:spPr>
          <a:xfrm>
            <a:off x="2476500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8A5CEE-C380-476D-A786-4CE4DD1AA5A3}"/>
              </a:ext>
            </a:extLst>
          </p:cNvPr>
          <p:cNvSpPr>
            <a:spLocks noGrp="1"/>
          </p:cNvSpPr>
          <p:nvPr/>
        </p:nvSpPr>
        <p:spPr>
          <a:xfrm>
            <a:off x="2867025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 w="13335">
            <a:solidFill>
              <a:srgbClr val="9A5A16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Συνθετικός</a:t>
            </a:r>
          </a:p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θόρυβος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AC4511-8CE6-457A-9249-9D05043242F4}"/>
              </a:ext>
            </a:extLst>
          </p:cNvPr>
          <p:cNvSpPr>
            <a:spLocks noGrp="1"/>
          </p:cNvSpPr>
          <p:nvPr/>
        </p:nvSpPr>
        <p:spPr>
          <a:xfrm>
            <a:off x="2867025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Ερ. 1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35712F4-4002-40F5-BA33-040AAB268160}"/>
              </a:ext>
            </a:extLst>
          </p:cNvPr>
          <p:cNvSpPr>
            <a:spLocks noGrp="1"/>
          </p:cNvSpPr>
          <p:nvPr/>
        </p:nvSpPr>
        <p:spPr>
          <a:xfrm>
            <a:off x="4752975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3511A6-E208-4468-A224-333634AB0383}"/>
              </a:ext>
            </a:extLst>
          </p:cNvPr>
          <p:cNvSpPr>
            <a:spLocks noGrp="1"/>
          </p:cNvSpPr>
          <p:nvPr/>
        </p:nvSpPr>
        <p:spPr>
          <a:xfrm>
            <a:off x="5143500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F1EDFF"/>
          </a:solidFill>
          <a:ln w="13335">
            <a:solidFill>
              <a:srgbClr val="6D5BD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Ανάλυση και</a:t>
            </a:r>
          </a:p>
          <a:p>
            <a:pPr algn="ctr">
              <a:defRPr sz="1350" b="1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μετρικές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695A2D-103A-4485-A447-48FAC11173D3}"/>
              </a:ext>
            </a:extLst>
          </p:cNvPr>
          <p:cNvSpPr>
            <a:spLocks noGrp="1"/>
          </p:cNvSpPr>
          <p:nvPr/>
        </p:nvSpPr>
        <p:spPr>
          <a:xfrm>
            <a:off x="5143500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Ερ. 2–3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04BDD8C-17CA-45BC-A275-0B2D4D86A525}"/>
              </a:ext>
            </a:extLst>
          </p:cNvPr>
          <p:cNvSpPr>
            <a:spLocks noGrp="1"/>
          </p:cNvSpPr>
          <p:nvPr/>
        </p:nvSpPr>
        <p:spPr>
          <a:xfrm>
            <a:off x="7029450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B79E72-58C2-44E0-AB9A-F15A8F64F75E}"/>
              </a:ext>
            </a:extLst>
          </p:cNvPr>
          <p:cNvSpPr>
            <a:spLocks noGrp="1"/>
          </p:cNvSpPr>
          <p:nvPr/>
        </p:nvSpPr>
        <p:spPr>
          <a:xfrm>
            <a:off x="7419975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EAF4EC"/>
          </a:solidFill>
          <a:ln w="13335">
            <a:solidFill>
              <a:srgbClr val="3A704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A70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A7040"/>
                </a:solidFill>
                <a:latin typeface="Calibri"/>
                <a:ea typeface="Calibri"/>
                <a:cs typeface="Calibri"/>
              </a:rPr>
              <a:t>Denoising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5910B3-ED42-4F52-9863-7F20FCCE7D42}"/>
              </a:ext>
            </a:extLst>
          </p:cNvPr>
          <p:cNvSpPr>
            <a:spLocks noGrp="1"/>
          </p:cNvSpPr>
          <p:nvPr/>
        </p:nvSpPr>
        <p:spPr>
          <a:xfrm>
            <a:off x="7419975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A704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A7040"/>
                </a:solidFill>
                <a:latin typeface="Calibri"/>
                <a:ea typeface="Calibri"/>
                <a:cs typeface="Calibri"/>
              </a:rPr>
              <a:t>Ερ. 4–7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61D8CC5-7B97-43E7-8AD4-ED55F9149D68}"/>
              </a:ext>
            </a:extLst>
          </p:cNvPr>
          <p:cNvSpPr>
            <a:spLocks noGrp="1"/>
          </p:cNvSpPr>
          <p:nvPr/>
        </p:nvSpPr>
        <p:spPr>
          <a:xfrm>
            <a:off x="9305925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73F8F9-2833-4DAC-A3C7-E9F543E387ED}"/>
              </a:ext>
            </a:extLst>
          </p:cNvPr>
          <p:cNvSpPr>
            <a:spLocks noGrp="1"/>
          </p:cNvSpPr>
          <p:nvPr/>
        </p:nvSpPr>
        <p:spPr>
          <a:xfrm>
            <a:off x="9696450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Dynamic mesh</a:t>
            </a:r>
          </a:p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και CPD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571E5E-1A94-4922-A415-A9748ED3218D}"/>
              </a:ext>
            </a:extLst>
          </p:cNvPr>
          <p:cNvSpPr>
            <a:spLocks noGrp="1"/>
          </p:cNvSpPr>
          <p:nvPr/>
        </p:nvSpPr>
        <p:spPr>
          <a:xfrm>
            <a:off x="9696450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Ερ. 8 + Bonus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4E795B7-F241-46C7-BCA7-4E58666635CB}"/>
              </a:ext>
            </a:extLst>
          </p:cNvPr>
          <p:cNvSpPr>
            <a:spLocks noGrp="1"/>
          </p:cNvSpPr>
          <p:nvPr/>
        </p:nvSpPr>
        <p:spPr>
          <a:xfrm>
            <a:off x="1381125" y="4286250"/>
            <a:ext cx="9334500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17986E-68B4-43D5-838D-2A78CC11259C}"/>
              </a:ext>
            </a:extLst>
          </p:cNvPr>
          <p:cNvSpPr>
            <a:spLocks noGrp="1"/>
          </p:cNvSpPr>
          <p:nvPr/>
        </p:nvSpPr>
        <p:spPr>
          <a:xfrm>
            <a:off x="1619250" y="452437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Στατικά meshes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8BBCA1-8706-4E76-B1C9-BD8167CE12B4}"/>
              </a:ext>
            </a:extLst>
          </p:cNvPr>
          <p:cNvSpPr>
            <a:spLocks noGrp="1"/>
          </p:cNvSpPr>
          <p:nvPr/>
        </p:nvSpPr>
        <p:spPr>
          <a:xfrm>
            <a:off x="1524000" y="4905375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γνωστή αντιστοίχιση κορυφών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A0D7C5-0CA7-4EFF-ABC0-635EEAC3C304}"/>
              </a:ext>
            </a:extLst>
          </p:cNvPr>
          <p:cNvSpPr>
            <a:spLocks noGrp="1"/>
          </p:cNvSpPr>
          <p:nvPr/>
        </p:nvSpPr>
        <p:spPr>
          <a:xfrm>
            <a:off x="7524750" y="452437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Δυναμικά meshes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C32BF-4BD4-4FE2-BBCB-D7658C7ECB47}"/>
              </a:ext>
            </a:extLst>
          </p:cNvPr>
          <p:cNvSpPr>
            <a:spLocks noGrp="1"/>
          </p:cNvSpPr>
          <p:nvPr/>
        </p:nvSpPr>
        <p:spPr>
          <a:xfrm>
            <a:off x="7286625" y="49053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 και χωρίς correspondence</a:t>
            </a:r>
          </a:p>
        </p:txBody>
      </p:sp>
    </p:spTree>
    <p:extLst>
      <p:ext uri="{BB962C8B-B14F-4D97-AF65-F5344CB8AC3E}">
        <p14:creationId xmlns:p14="http://schemas.microsoft.com/office/powerpoint/2010/main" val="81549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379116-46C1-4A65-BB03-F70F532C5A5C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C74DCE-C4ED-49D9-A342-855C48365FB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0BE0C-3851-47B7-A7D5-CAB9272A128D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Πρόβλημα και αξιολόγηση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752086-46BF-433B-8125-2CCB967B128D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982E7-A120-4283-BBFF-F62E541A1CC8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Τύποι θορύβου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Μετρικές σφάλματος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Πειραματική βάση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58F4F6E-9033-401A-A4B1-002A74C44A19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1712196"/>
            <a:ext cx="3143250" cy="2957359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3F6149F-FF4A-4BC1-A71C-8E2D18BC3FA9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2B0C5F-34D4-4A58-8BF1-2BB4419C41CC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BA41B9-FE4F-42D3-AD17-AABC48E140B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0049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8C40D3-6253-498D-8770-687910196BC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36325C3-389F-4786-8878-069CD2B645F7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F448C-0894-4503-BD7B-EA3F83F640C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Πέντε τύποι συνθετικού θορύβου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1998A54-253B-43F5-A94F-1E28967FE2B7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C78CFB-9CDA-4ADB-B84A-4BC173DD8983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E9670-697C-4948-9A2D-6923B80B9280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0" y="1052055"/>
            <a:ext cx="4429125" cy="31524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29375" y="1050360"/>
            <a:ext cx="4476750" cy="31863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38150" y="2311219"/>
            <a:ext cx="1762125" cy="16164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8FB35CD-9EF9-4E55-BEE1-2D5D01C0AD97}"/>
              </a:ext>
            </a:extLst>
          </p:cNvPr>
          <p:cNvSpPr>
            <a:spLocks noGrp="1"/>
          </p:cNvSpPr>
          <p:nvPr/>
        </p:nvSpPr>
        <p:spPr>
          <a:xfrm>
            <a:off x="438150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Καθαρό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371725" y="2290481"/>
            <a:ext cx="1762125" cy="165791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1EDD9A5-84F5-49EE-B904-D81F3401571C}"/>
              </a:ext>
            </a:extLst>
          </p:cNvPr>
          <p:cNvSpPr>
            <a:spLocks noGrp="1"/>
          </p:cNvSpPr>
          <p:nvPr/>
        </p:nvSpPr>
        <p:spPr>
          <a:xfrm>
            <a:off x="2371725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Gaussian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305300" y="2283927"/>
            <a:ext cx="1762125" cy="16710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08A9A4-0E0D-405D-822D-3081FC81BA33}"/>
              </a:ext>
            </a:extLst>
          </p:cNvPr>
          <p:cNvSpPr>
            <a:spLocks noGrp="1"/>
          </p:cNvSpPr>
          <p:nvPr/>
        </p:nvSpPr>
        <p:spPr>
          <a:xfrm>
            <a:off x="4305300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Normal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6238875" y="2284684"/>
            <a:ext cx="1762125" cy="166950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E7A8D1A-8AC2-4F47-940A-D0D7FED3212A}"/>
              </a:ext>
            </a:extLst>
          </p:cNvPr>
          <p:cNvSpPr>
            <a:spLocks noGrp="1"/>
          </p:cNvSpPr>
          <p:nvPr/>
        </p:nvSpPr>
        <p:spPr>
          <a:xfrm>
            <a:off x="6238875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Uniform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172450" y="2308814"/>
            <a:ext cx="1762125" cy="16212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D11FC0B-EF1C-4C0A-902F-22C8DC95618E}"/>
              </a:ext>
            </a:extLst>
          </p:cNvPr>
          <p:cNvSpPr>
            <a:spLocks noGrp="1"/>
          </p:cNvSpPr>
          <p:nvPr/>
        </p:nvSpPr>
        <p:spPr>
          <a:xfrm>
            <a:off x="8172450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Impulse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106025" y="2279076"/>
            <a:ext cx="1762125" cy="168072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B261567-6540-4C21-977C-3E3DD98956AC}"/>
              </a:ext>
            </a:extLst>
          </p:cNvPr>
          <p:cNvSpPr>
            <a:spLocks noGrp="1"/>
          </p:cNvSpPr>
          <p:nvPr/>
        </p:nvSpPr>
        <p:spPr>
          <a:xfrm>
            <a:off x="10106025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Quantization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F93DBF-00B5-4B75-9639-2259077227AD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9715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5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Χρησιμο</a:t>
            </a:r>
            <a:r>
              <a:rPr sz="15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ποιείται σταθερό random seed και κοινή αδιάστατη παράμετρος α, ώστε τα πειράματα να είναι αναπαραγώγιμα και συγκρίσιμα.</a:t>
            </a:r>
          </a:p>
        </p:txBody>
      </p:sp>
    </p:spTree>
    <p:extLst>
      <p:ext uri="{BB962C8B-B14F-4D97-AF65-F5344CB8AC3E}">
        <p14:creationId xmlns:p14="http://schemas.microsoft.com/office/powerpoint/2010/main" val="77489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3BEABD1-5463-8DE5-36CB-7466C767033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E4C3561D-FE1D-CD6E-917A-E11511C2E83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78EB74-9929-C2FC-655C-CD2AD5F43889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lang="el-GR" sz="25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Εφαρμοζόμενοι θόρυβοι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4F114350-6A4A-79E4-7A05-5023430F09C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E703788-ED99-4EBF-E15D-652DA17D4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1042E3D-669D-70FD-438D-A9EE36C4711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04E439-17C6-6098-499C-A8AC56E7A36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4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C77BB8-BACE-7527-5A8E-B4529FC7F171}"/>
              </a:ext>
            </a:extLst>
          </p:cNvPr>
          <p:cNvSpPr>
            <a:spLocks noGrp="1"/>
          </p:cNvSpPr>
          <p:nvPr/>
        </p:nvSpPr>
        <p:spPr>
          <a:xfrm>
            <a:off x="619125" y="104775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lnSpc>
                <a:spcPct val="105000"/>
              </a:lnSpc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Gaussian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D32B3060-D08E-09D6-3A02-F42CF0E21A12}"/>
              </a:ext>
            </a:extLst>
          </p:cNvPr>
          <p:cNvSpPr>
            <a:spLocks noGrp="1"/>
          </p:cNvSpPr>
          <p:nvPr/>
        </p:nvSpPr>
        <p:spPr>
          <a:xfrm>
            <a:off x="619125" y="1343025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CE78EA-87BF-A8C9-E150-A5140B9121B4}"/>
              </a:ext>
            </a:extLst>
          </p:cNvPr>
          <p:cNvSpPr>
            <a:spLocks noGrp="1"/>
          </p:cNvSpPr>
          <p:nvPr/>
        </p:nvSpPr>
        <p:spPr>
          <a:xfrm>
            <a:off x="8534400" y="757505"/>
            <a:ext cx="3124200" cy="1009434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Μετακινεί κάθε κορυφή προς οποιαδήποτε διεύθυνση του τρισδιάστατου χώρου. Για τον λόγο αυτό προκαλεί έντονη τοπική παραμόρφωση και αλλαγές στις διευθύνσεις των εδρών.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03DACF4-D7EC-FEA5-49AB-F144922F7062}"/>
              </a:ext>
            </a:extLst>
          </p:cNvPr>
          <p:cNvSpPr>
            <a:spLocks noGrp="1"/>
          </p:cNvSpPr>
          <p:nvPr/>
        </p:nvSpPr>
        <p:spPr>
          <a:xfrm>
            <a:off x="619125" y="1805038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>
                <a:solidFill>
                  <a:srgbClr val="304A8C"/>
                </a:solidFill>
                <a:latin typeface="Calibri"/>
              </a:rPr>
              <a:t>Gaussian </a:t>
            </a:r>
            <a:r>
              <a:rPr lang="el-GR" sz="1400" b="1" dirty="0">
                <a:solidFill>
                  <a:srgbClr val="304A8C"/>
                </a:solidFill>
                <a:latin typeface="Calibri"/>
              </a:rPr>
              <a:t>κατά το κανονικό διάνυσμα της επιφάνειας</a:t>
            </a:r>
            <a:endParaRPr sz="140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28D68EE6-EC62-74CD-7518-80D89AB64470}"/>
              </a:ext>
            </a:extLst>
          </p:cNvPr>
          <p:cNvSpPr>
            <a:spLocks noGrp="1"/>
          </p:cNvSpPr>
          <p:nvPr/>
        </p:nvSpPr>
        <p:spPr>
          <a:xfrm>
            <a:off x="619125" y="2393390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9DE7F9F-2089-6FDC-EC77-CEB80703AFA2}"/>
              </a:ext>
            </a:extLst>
          </p:cNvPr>
          <p:cNvSpPr>
            <a:spLocks noGrp="1"/>
          </p:cNvSpPr>
          <p:nvPr/>
        </p:nvSpPr>
        <p:spPr>
          <a:xfrm>
            <a:off x="8572500" y="1962394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397" lnSpcReduction="10000"/>
          </a:bodyPr>
          <a:lstStyle/>
          <a:p>
            <a:pPr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dirty="0">
                <a:solidFill>
                  <a:srgbClr val="666C78"/>
                </a:solidFill>
                <a:latin typeface="Calibri"/>
              </a:rPr>
              <a:t>κάθε κορυφή μετακινείται αποκλειστικά κατά τη διεύθυνση της μοναδιαίας κανονικής της</a:t>
            </a:r>
            <a:endParaRPr sz="13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1298D47-0DDE-0DB0-45CD-61C00EBD7875}"/>
              </a:ext>
            </a:extLst>
          </p:cNvPr>
          <p:cNvSpPr>
            <a:spLocks noGrp="1"/>
          </p:cNvSpPr>
          <p:nvPr/>
        </p:nvSpPr>
        <p:spPr>
          <a:xfrm>
            <a:off x="619125" y="2775716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Uniform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Straight Connector 74">
            <a:extLst>
              <a:ext uri="{FF2B5EF4-FFF2-40B4-BE49-F238E27FC236}">
                <a16:creationId xmlns:a16="http://schemas.microsoft.com/office/drawing/2014/main" id="{8C8997A3-6960-9853-0AED-3386E1848430}"/>
              </a:ext>
            </a:extLst>
          </p:cNvPr>
          <p:cNvSpPr>
            <a:spLocks noGrp="1"/>
          </p:cNvSpPr>
          <p:nvPr/>
        </p:nvSpPr>
        <p:spPr>
          <a:xfrm>
            <a:off x="619125" y="3104328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C7284E5-5F62-CE67-1727-89E5F123AD16}"/>
              </a:ext>
            </a:extLst>
          </p:cNvPr>
          <p:cNvSpPr>
            <a:spLocks noGrp="1"/>
          </p:cNvSpPr>
          <p:nvPr/>
        </p:nvSpPr>
        <p:spPr>
          <a:xfrm>
            <a:off x="8572500" y="2847153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00" dirty="0">
                <a:solidFill>
                  <a:srgbClr val="666C78"/>
                </a:solidFill>
                <a:latin typeface="Calibri"/>
              </a:rPr>
              <a:t>κάθε συντεταγμένη μεταβάλλεται ανεξάρτητα μέσα σε ένα φραγμένο διάστημα</a:t>
            </a:r>
            <a:endParaRPr sz="130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7576A7F-4A3E-F405-AA7D-D4B7B9A976A0}"/>
              </a:ext>
            </a:extLst>
          </p:cNvPr>
          <p:cNvSpPr>
            <a:spLocks noGrp="1"/>
          </p:cNvSpPr>
          <p:nvPr/>
        </p:nvSpPr>
        <p:spPr>
          <a:xfrm>
            <a:off x="619125" y="3577188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Impulse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CD5AF85C-5FCB-4679-AADC-69BB1D7D77E8}"/>
              </a:ext>
            </a:extLst>
          </p:cNvPr>
          <p:cNvSpPr>
            <a:spLocks noGrp="1"/>
          </p:cNvSpPr>
          <p:nvPr/>
        </p:nvSpPr>
        <p:spPr>
          <a:xfrm>
            <a:off x="619125" y="3872463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20EC7A1-081A-0099-3EDE-E511D2150D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33725" y="3558573"/>
                <a:ext cx="4953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19050" tIns="19050" rIns="19050" bIns="19050" anchor="ctr">
                <a:norm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400" b="0" i="1"/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400" b="0" i="1"/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r>
                        <a:rPr lang="en-US" sz="1400" b="0" i="1"/>
                        <m:t>=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/>
                            <m:t>v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r>
                        <a:rPr lang="en-US" sz="1400" b="0" i="1"/>
                        <m:t>+5</m:t>
                      </m:r>
                      <m:r>
                        <a:rPr lang="en-US" sz="1400" b="0" i="1"/>
                        <m:t>𝜎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/>
                            <m:t>u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20EC7A1-081A-0099-3EDE-E511D2150D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5" y="3558573"/>
                <a:ext cx="4953000" cy="62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33A1129-7F49-22E1-5CF6-6275B6136A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0" y="3615288"/>
                <a:ext cx="2981325" cy="72999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19050" tIns="19050" rIns="19050" bIns="19050" anchor="ctr">
                <a:normAutofit/>
              </a:bodyPr>
              <a:lstStyle/>
              <a:p>
                <a:pPr>
                  <a:lnSpc>
                    <a:spcPct val="100000"/>
                  </a:lnSpc>
                  <a:defRPr sz="1350" b="0" i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l-GR" sz="1300" dirty="0">
                    <a:solidFill>
                      <a:srgbClr val="666C78"/>
                    </a:solidFill>
                    <a:latin typeface="Calibri"/>
                  </a:rPr>
                  <a:t>επηρεάζει μόνο ένα μικρό ποσοστό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666C78"/>
                        </a:solidFill>
                        <a:latin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el-GR" sz="1300" dirty="0">
                    <a:solidFill>
                      <a:srgbClr val="666C78"/>
                    </a:solidFill>
                    <a:latin typeface="Calibri"/>
                  </a:rPr>
                  <a:t> των κορυφών.</a:t>
                </a:r>
                <a:endParaRPr sz="1300" b="0" i="0" dirty="0">
                  <a:solidFill>
                    <a:srgbClr val="666C78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33A1129-7F49-22E1-5CF6-6275B6136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0" y="3615288"/>
                <a:ext cx="2981325" cy="729992"/>
              </a:xfrm>
              <a:prstGeom prst="rect">
                <a:avLst/>
              </a:prstGeom>
              <a:blipFill>
                <a:blip r:embed="rId4"/>
                <a:stretch>
                  <a:fillRect l="-265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>
            <a:extLst>
              <a:ext uri="{FF2B5EF4-FFF2-40B4-BE49-F238E27FC236}">
                <a16:creationId xmlns:a16="http://schemas.microsoft.com/office/drawing/2014/main" id="{D9ABCB87-4F3B-B3CB-06A7-7E2B171A4304}"/>
              </a:ext>
            </a:extLst>
          </p:cNvPr>
          <p:cNvSpPr>
            <a:spLocks noGrp="1"/>
          </p:cNvSpPr>
          <p:nvPr/>
        </p:nvSpPr>
        <p:spPr>
          <a:xfrm>
            <a:off x="2047875" y="5743575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endParaRPr sz="1425" b="1" i="0" dirty="0">
              <a:solidFill>
                <a:srgbClr val="A643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AFE0213-A0F9-55E1-0B11-218D6AC4AEEA}"/>
              </a:ext>
            </a:extLst>
          </p:cNvPr>
          <p:cNvSpPr>
            <a:spLocks noGrp="1"/>
          </p:cNvSpPr>
          <p:nvPr/>
        </p:nvSpPr>
        <p:spPr>
          <a:xfrm>
            <a:off x="685800" y="452643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Quantization 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Straight Connector 93">
            <a:extLst>
              <a:ext uri="{FF2B5EF4-FFF2-40B4-BE49-F238E27FC236}">
                <a16:creationId xmlns:a16="http://schemas.microsoft.com/office/drawing/2014/main" id="{ECA9056A-4BE4-B9B9-4025-CEC3DC6C1854}"/>
              </a:ext>
            </a:extLst>
          </p:cNvPr>
          <p:cNvSpPr>
            <a:spLocks noGrp="1"/>
          </p:cNvSpPr>
          <p:nvPr/>
        </p:nvSpPr>
        <p:spPr>
          <a:xfrm>
            <a:off x="685800" y="4855047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1D7749-E810-2EC4-E4E9-8AF61A3ABBED}"/>
                  </a:ext>
                </a:extLst>
              </p:cNvPr>
              <p:cNvSpPr txBox="1"/>
              <p:nvPr/>
            </p:nvSpPr>
            <p:spPr>
              <a:xfrm>
                <a:off x="4079630" y="1108073"/>
                <a:ext cx="36429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b="0" i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sepChr m:val=","/>
                        <m:ctrlPr>
                          <a:rPr lang="en-US" sz="1400" b="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p>
                          <m:sSup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4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l-GR" sz="1400" dirty="0"/>
                  <a:t>,    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400" i="1"/>
                        </m:ctrlPr>
                      </m:accPr>
                      <m:e>
                        <m:sSub>
                          <m:sSubPr>
                            <m:ctrlPr>
                              <a:rPr lang="en-US" sz="1400" b="0" i="1"/>
                            </m:ctrlPr>
                          </m:sSubPr>
                          <m:e>
                            <m:r>
                              <a:rPr lang="en-US" sz="1400" b="0" i="1"/>
                              <m:t>𝑣</m:t>
                            </m:r>
                          </m:e>
                          <m:sub>
                            <m:r>
                              <a:rPr lang="en-US" sz="1400" b="0" i="1"/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b="0" i="1"/>
                      <m:t>=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𝑣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  <m:r>
                      <a:rPr lang="en-US" sz="1400" b="0" i="1"/>
                      <m:t>+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𝜀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1D7749-E810-2EC4-E4E9-8AF61A3AB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630" y="1108073"/>
                <a:ext cx="3642945" cy="307777"/>
              </a:xfrm>
              <a:prstGeom prst="rect">
                <a:avLst/>
              </a:prstGeom>
              <a:blipFill>
                <a:blip r:embed="rId5"/>
                <a:stretch>
                  <a:fillRect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DF9651-99C6-44B8-8B99-9836584341DB}"/>
                  </a:ext>
                </a:extLst>
              </p:cNvPr>
              <p:cNvSpPr txBox="1"/>
              <p:nvPr/>
            </p:nvSpPr>
            <p:spPr>
              <a:xfrm>
                <a:off x="2209800" y="2114742"/>
                <a:ext cx="6096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sepChr m:val=","/>
                          <m:ctrlPr>
                            <a:rPr lang="en-US" sz="1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l-GR" sz="1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̃"/>
                          <m:ctrlPr>
                            <a:rPr lang="en-US" sz="1400" i="1"/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0" i="1"/>
                              </m:ctrlPr>
                            </m:sSubPr>
                            <m:e>
                              <m:r>
                                <a:rPr lang="en-US" sz="1400" b="0" i="1"/>
                                <m:t>𝑣</m:t>
                              </m:r>
                            </m:e>
                            <m:sub>
                              <m:r>
                                <a:rPr lang="en-US" sz="1400" b="0" i="1"/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400" b="0" i="1"/>
                        <m:t>=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a:rPr lang="en-US" sz="1400" b="0" i="1"/>
                            <m:t>𝑣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r>
                        <a:rPr lang="en-US" sz="1400" b="0" i="1"/>
                        <m:t>+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a:rPr lang="en-US" sz="1400" b="0" i="1"/>
                            <m:t>𝑠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a:rPr lang="en-US" sz="1400" b="0" i="1"/>
                            <m:t>𝑛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DF9651-99C6-44B8-8B99-983658434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114742"/>
                <a:ext cx="60960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84B9D63-DF6F-EF49-F2C8-EC254A19BED6}"/>
                  </a:ext>
                </a:extLst>
              </p:cNvPr>
              <p:cNvSpPr txBox="1"/>
              <p:nvPr/>
            </p:nvSpPr>
            <p:spPr>
              <a:xfrm>
                <a:off x="2476500" y="2872083"/>
                <a:ext cx="6096000" cy="324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b="0" i="0">
                        <a:latin typeface="Cambria Math" panose="02040503050406030204" pitchFamily="18" charset="0"/>
                      </a:rPr>
                      <m:t>𝒰</m:t>
                    </m:r>
                    <m:r>
                      <a:rPr lang="el-GR" sz="1400" b="0" i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m:rPr>
                        <m:sty m:val="p"/>
                      </m:rPr>
                      <a:rPr lang="el-GR" sz="1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1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400" dirty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400" i="1"/>
                        </m:ctrlPr>
                      </m:accPr>
                      <m:e>
                        <m:sSub>
                          <m:sSubPr>
                            <m:ctrlPr>
                              <a:rPr lang="en-US" sz="1400" b="0" i="1"/>
                            </m:ctrlPr>
                          </m:sSubPr>
                          <m:e>
                            <m:r>
                              <a:rPr lang="en-US" sz="1400" b="0" i="1"/>
                              <m:t>𝑣</m:t>
                            </m:r>
                          </m:e>
                          <m:sub>
                            <m:r>
                              <a:rPr lang="en-US" sz="1400" b="0" i="1"/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b="0" i="1"/>
                      <m:t>=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𝑣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  <m:r>
                      <a:rPr lang="en-US" sz="1400" b="0" i="1"/>
                      <m:t>+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𝜀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</m:oMath>
                </a14:m>
                <a:r>
                  <a:rPr lang="el-GR" sz="1400" dirty="0"/>
                  <a:t>.</a:t>
                </a:r>
                <a:endParaRPr lang="en-US" sz="14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84B9D63-DF6F-EF49-F2C8-EC254A19B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2872083"/>
                <a:ext cx="6096000" cy="324769"/>
              </a:xfrm>
              <a:prstGeom prst="rect">
                <a:avLst/>
              </a:prstGeom>
              <a:blipFill>
                <a:blip r:embed="rId7"/>
                <a:stretch>
                  <a:fillRect t="-1887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9F6B6BB-2AAE-A996-A51D-EE979BFF9FDF}"/>
                  </a:ext>
                </a:extLst>
              </p:cNvPr>
              <p:cNvSpPr txBox="1"/>
              <p:nvPr/>
            </p:nvSpPr>
            <p:spPr>
              <a:xfrm>
                <a:off x="2562225" y="4460048"/>
                <a:ext cx="609600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4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round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b="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9F6B6BB-2AAE-A996-A51D-EE979BFF9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225" y="4460048"/>
                <a:ext cx="6096000" cy="576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863AAAF-FBC0-5279-E3F4-6AD066004158}"/>
                  </a:ext>
                </a:extLst>
              </p:cNvPr>
              <p:cNvSpPr txBox="1"/>
              <p:nvPr/>
            </p:nvSpPr>
            <p:spPr>
              <a:xfrm>
                <a:off x="8572499" y="4525735"/>
                <a:ext cx="2857501" cy="715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  <a:defRPr sz="1350" b="0" i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Κάθε συντεταγμένη στρογγυλοποιείται στο πλησιέστερο πολλαπλάσιο ενός βήματος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666C78"/>
                        </a:solidFill>
                      </a:rPr>
                      <m:t>𝑞</m:t>
                    </m:r>
                  </m:oMath>
                </a14:m>
                <a:endParaRPr lang="el-GR" sz="1300" b="0" i="0" dirty="0">
                  <a:solidFill>
                    <a:srgbClr val="666C78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863AAAF-FBC0-5279-E3F4-6AD066004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99" y="4525735"/>
                <a:ext cx="2857501" cy="715581"/>
              </a:xfrm>
              <a:prstGeom prst="rect">
                <a:avLst/>
              </a:prstGeom>
              <a:blipFill>
                <a:blip r:embed="rId9"/>
                <a:stretch>
                  <a:fillRect l="-426" t="-847" b="-7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64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9824A2D-8047-405B-8686-3C97358C96DB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C9BF86E-3143-40E3-AC34-DF07F1604E88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887A15-20FB-48A3-ACFA-D3EBEB6A8562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Μετρικές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π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ου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απα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ντούν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δι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αφορετικές ερωτήσεις</a:t>
            </a:r>
            <a:r>
              <a:rPr lang="el-GR"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(1)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7C1332-4BFB-4C4C-84C1-40D9BF21FE3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2B9A44-6B93-441C-A4C5-87C2A6F4302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AE3A7-EB88-4ADB-9C2F-463BD3B45D71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5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94746-FFC4-40E5-BC7F-A77268E49035}"/>
              </a:ext>
            </a:extLst>
          </p:cNvPr>
          <p:cNvSpPr>
            <a:spLocks noGrp="1"/>
          </p:cNvSpPr>
          <p:nvPr/>
        </p:nvSpPr>
        <p:spPr>
          <a:xfrm>
            <a:off x="619125" y="1047749"/>
            <a:ext cx="2434737" cy="27537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Mean Face Normal Angular Error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636E522-D873-4120-8713-9BD0B167B711}"/>
              </a:ext>
            </a:extLst>
          </p:cNvPr>
          <p:cNvSpPr>
            <a:spLocks noGrp="1"/>
          </p:cNvSpPr>
          <p:nvPr/>
        </p:nvSpPr>
        <p:spPr>
          <a:xfrm>
            <a:off x="619125" y="1343025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EA5EB9-A194-4AE2-BDC0-C6B1AFAD06B3}"/>
              </a:ext>
            </a:extLst>
          </p:cNvPr>
          <p:cNvSpPr>
            <a:spLocks noGrp="1"/>
          </p:cNvSpPr>
          <p:nvPr/>
        </p:nvSpPr>
        <p:spPr>
          <a:xfrm>
            <a:off x="8572500" y="108585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Πόσο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άλλ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αξε ο προσανατολισμός της επιφάνειας;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1653F-6FC7-4450-BBA5-751EB105BA10}"/>
              </a:ext>
            </a:extLst>
          </p:cNvPr>
          <p:cNvSpPr>
            <a:spLocks noGrp="1"/>
          </p:cNvSpPr>
          <p:nvPr/>
        </p:nvSpPr>
        <p:spPr>
          <a:xfrm>
            <a:off x="619124" y="2009775"/>
            <a:ext cx="2610584" cy="49529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Area-weighted L2 vertex-to-surface distance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285C6DC-94D3-4809-9046-788969B38C2E}"/>
              </a:ext>
            </a:extLst>
          </p:cNvPr>
          <p:cNvSpPr>
            <a:spLocks noGrp="1"/>
          </p:cNvSpPr>
          <p:nvPr/>
        </p:nvSpPr>
        <p:spPr>
          <a:xfrm>
            <a:off x="619125" y="2533650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83AE25-7D50-415B-8C3A-B58126EAF5F2}"/>
              </a:ext>
            </a:extLst>
          </p:cNvPr>
          <p:cNvSpPr>
            <a:spLocks noGrp="1"/>
          </p:cNvSpPr>
          <p:nvPr/>
        </p:nvSpPr>
        <p:spPr>
          <a:xfrm>
            <a:off x="8563708" y="1992683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397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Πόσο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μα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κριά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β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ρίσκετ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αι το processed mesh </a:t>
            </a: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από την επιφάνεια αναφοράς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B1FE5-EF2B-49FE-A359-AF588811DB73}"/>
              </a:ext>
            </a:extLst>
          </p:cNvPr>
          <p:cNvSpPr>
            <a:spLocks noGrp="1"/>
          </p:cNvSpPr>
          <p:nvPr/>
        </p:nvSpPr>
        <p:spPr>
          <a:xfrm>
            <a:off x="619125" y="3116848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700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Vertex</a:t>
            </a:r>
            <a:r>
              <a:rPr lang="el-GR" b="1" dirty="0">
                <a:solidFill>
                  <a:schemeClr val="accent1"/>
                </a:solidFill>
              </a:rPr>
              <a:t>-</a:t>
            </a:r>
            <a:r>
              <a:rPr lang="en-US" b="1" dirty="0">
                <a:solidFill>
                  <a:schemeClr val="accent1"/>
                </a:solidFill>
              </a:rPr>
              <a:t>based </a:t>
            </a:r>
            <a:r>
              <a:rPr lang="en-US" b="1" dirty="0" err="1">
                <a:solidFill>
                  <a:schemeClr val="accent1"/>
                </a:solidFill>
              </a:rPr>
              <a:t>Hausdorff</a:t>
            </a:r>
            <a:r>
              <a:rPr lang="en-US" b="1" dirty="0">
                <a:solidFill>
                  <a:schemeClr val="accent1"/>
                </a:solidFill>
              </a:rPr>
              <a:t> distance 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F5A02E3-575A-41EE-A119-9D09A2DCE527}"/>
              </a:ext>
            </a:extLst>
          </p:cNvPr>
          <p:cNvSpPr>
            <a:spLocks noGrp="1"/>
          </p:cNvSpPr>
          <p:nvPr/>
        </p:nvSpPr>
        <p:spPr>
          <a:xfrm>
            <a:off x="619125" y="3412123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2F5016-7614-4BE9-B311-32AA48F95036}"/>
              </a:ext>
            </a:extLst>
          </p:cNvPr>
          <p:cNvSpPr>
            <a:spLocks noGrp="1"/>
          </p:cNvSpPr>
          <p:nvPr/>
        </p:nvSpPr>
        <p:spPr>
          <a:xfrm>
            <a:off x="8572500" y="3963162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25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μέση απόσταση κατά την οποία έχουν μετακινηθεί οι κορυφές από τις σωστές τους θέσεις.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A5C5A9-108C-437A-BB1B-4F0BC1368539}"/>
              </a:ext>
            </a:extLst>
          </p:cNvPr>
          <p:cNvSpPr>
            <a:spLocks noGrp="1"/>
          </p:cNvSpPr>
          <p:nvPr/>
        </p:nvSpPr>
        <p:spPr>
          <a:xfrm>
            <a:off x="3229708" y="5105401"/>
            <a:ext cx="4953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endParaRPr sz="1500" b="1" i="0" dirty="0">
              <a:solidFill>
                <a:srgbClr val="6D5BD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827B96-6BB4-4D9A-BEB7-24DC09F57F23}"/>
              </a:ext>
            </a:extLst>
          </p:cNvPr>
          <p:cNvSpPr>
            <a:spLocks noGrp="1"/>
          </p:cNvSpPr>
          <p:nvPr/>
        </p:nvSpPr>
        <p:spPr>
          <a:xfrm>
            <a:off x="8572500" y="4733925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41E2B-D1FF-91AD-F1BF-B8D04BF48758}"/>
                  </a:ext>
                </a:extLst>
              </p:cNvPr>
              <p:cNvSpPr txBox="1"/>
              <p:nvPr/>
            </p:nvSpPr>
            <p:spPr>
              <a:xfrm>
                <a:off x="2375388" y="942976"/>
                <a:ext cx="6096000" cy="639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SAE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1400" b="0" i="1"/>
                              </m:ctrlPr>
                            </m:funcPr>
                            <m:fName>
                              <m:r>
                                <a:rPr lang="en-US" sz="1400" b="0" i="1"/>
                                <m:t>𝑎𝑟𝑐𝑐𝑜𝑠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400" b="0" i="1"/>
                                      </m:ctrlPr>
                                    </m:funcPr>
                                    <m:fName>
                                      <m:r>
                                        <a:rPr lang="en-US" sz="1400" b="0" i="1"/>
                                        <m:t>𝑐𝑙𝑖𝑝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i="1"/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b="0" i="1"/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b="0" i="1"/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/>
                                                <m:t>𝑓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0" i="1"/>
                                                <m:t>𝑟𝑒𝑓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b="0" i="1"/>
                                            <m:t>⋅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1400" b="0" i="1"/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b="0" i="1"/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/>
                                                <m:t>𝑓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0" i="1"/>
                                                <m:t>𝑡𝑒𝑠𝑡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b="0" i="1"/>
                                            <m:t>,−1,1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41E2B-D1FF-91AD-F1BF-B8D04BF48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88" y="942976"/>
                <a:ext cx="6096000" cy="639470"/>
              </a:xfrm>
              <a:prstGeom prst="rect">
                <a:avLst/>
              </a:prstGeom>
              <a:blipFill>
                <a:blip r:embed="rId4"/>
                <a:stretch>
                  <a:fillRect t="-111429" b="-15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1124E6-1A1A-9EAA-1055-8DA9B92A0A3F}"/>
                  </a:ext>
                </a:extLst>
              </p:cNvPr>
              <p:cNvSpPr txBox="1"/>
              <p:nvPr/>
            </p:nvSpPr>
            <p:spPr>
              <a:xfrm>
                <a:off x="2327031" y="1812194"/>
                <a:ext cx="6096000" cy="1145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b="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ᵢ </m:t>
                              </m:r>
                              <m:sSubSup>
                                <m:sSubSup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​​</m:t>
                              </m:r>
                            </m:e>
                          </m:nary>
                        </m:e>
                      </m:ra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sz="1400" b="0" i="1"/>
                            <m:t>𝐴</m:t>
                          </m:r>
                        </m:e>
                        <m:sub>
                          <m:r>
                            <a:rPr lang="en-US" sz="1400" b="0" i="1"/>
                            <m:t>𝑟𝑒𝑓</m:t>
                          </m:r>
                        </m:sub>
                      </m:sSub>
                      <m:r>
                        <a:rPr lang="en-US" sz="1400" b="0" i="1"/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/>
                          </m:ctrlPr>
                        </m:naryPr>
                        <m:sub>
                          <m:r>
                            <a:rPr lang="en-US" sz="1400" b="0" i="1"/>
                            <m:t>𝑓</m:t>
                          </m:r>
                          <m:r>
                            <a:rPr lang="en-US" sz="1400" b="0" i="1"/>
                            <m:t>∈</m:t>
                          </m:r>
                          <m:r>
                            <a:rPr lang="en-US" sz="1400" b="0" i="1"/>
                            <m:t>𝐹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400" b="0" i="1"/>
                              </m:ctrlPr>
                            </m:sSubSupPr>
                            <m:e>
                              <m:r>
                                <a:rPr lang="en-US" sz="1400" b="0" i="1"/>
                                <m:t>𝐴</m:t>
                              </m:r>
                            </m:e>
                            <m:sub>
                              <m:r>
                                <a:rPr lang="en-US" sz="1400" b="0" i="1"/>
                                <m:t>𝑓</m:t>
                              </m:r>
                            </m:sub>
                            <m:sup>
                              <m:r>
                                <a:rPr lang="en-US" sz="1400" b="0" i="1"/>
                                <m:t>𝑟𝑒𝑓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/>
                <a:endParaRPr 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1124E6-1A1A-9EAA-1055-8DA9B92A0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31" y="1812194"/>
                <a:ext cx="6096000" cy="11459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412937-1B85-750C-0FC3-AA540A8AE4B6}"/>
                  </a:ext>
                </a:extLst>
              </p:cNvPr>
              <p:cNvSpPr txBox="1"/>
              <p:nvPr/>
            </p:nvSpPr>
            <p:spPr>
              <a:xfrm>
                <a:off x="3106615" y="3125744"/>
                <a:ext cx="4536832" cy="374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412937-1B85-750C-0FC3-AA540A8AE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615" y="3125744"/>
                <a:ext cx="4536832" cy="3742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BC6D771-3065-3978-E3DD-31034DB5222C}"/>
              </a:ext>
            </a:extLst>
          </p:cNvPr>
          <p:cNvSpPr txBox="1"/>
          <p:nvPr/>
        </p:nvSpPr>
        <p:spPr>
          <a:xfrm>
            <a:off x="8505091" y="2992118"/>
            <a:ext cx="27900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1350" dirty="0">
                <a:solidFill>
                  <a:srgbClr val="666C78"/>
                </a:solidFill>
                <a:latin typeface="Calibri"/>
              </a:rPr>
              <a:t>M</a:t>
            </a:r>
            <a:r>
              <a:rPr lang="el-GR" sz="1350" dirty="0">
                <a:solidFill>
                  <a:srgbClr val="666C78"/>
                </a:solidFill>
                <a:latin typeface="Calibri"/>
              </a:rPr>
              <a:t>έγιστη απόσταση κορυφής προς την επιφάνεια αναφοράς</a:t>
            </a:r>
            <a:endParaRPr lang="el-GR" sz="13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2F62287-808F-DB83-4793-6232A9546E17}"/>
                  </a:ext>
                </a:extLst>
              </p:cNvPr>
              <p:cNvSpPr txBox="1"/>
              <p:nvPr/>
            </p:nvSpPr>
            <p:spPr>
              <a:xfrm>
                <a:off x="3345107" y="4082538"/>
                <a:ext cx="4722202" cy="53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400" b="0" dirty="0"/>
                  <a:t>	RMSE </a:t>
                </a:r>
                <a14:m>
                  <m:oMath xmlns:m="http://schemas.openxmlformats.org/officeDocument/2006/math">
                    <m:r>
                      <a:rPr lang="en-US" sz="1400" b="0" i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400" b="0" i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1400" b="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>
                                            <a:latin typeface="Cambria Math" panose="02040503050406030204" pitchFamily="18" charset="0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>
                                            <a:latin typeface="Cambria Math" panose="02040503050406030204" pitchFamily="18" charset="0"/>
                                          </a:rPr>
                                          <m:t>test</m:t>
                                        </m:r>
                                      </m:sup>
                                    </m:sSubSup>
                                    <m:r>
                                      <a:rPr lang="en-US" sz="14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sz="1400" b="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>
                                            <a:latin typeface="Cambria Math" panose="02040503050406030204" pitchFamily="18" charset="0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>
                                            <a:latin typeface="Cambria Math" panose="02040503050406030204" pitchFamily="18" charset="0"/>
                                          </a:rPr>
                                          <m:t>ref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b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2F62287-808F-DB83-4793-6232A9546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107" y="4082538"/>
                <a:ext cx="4722202" cy="5307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751FA177-4122-E2B7-2DFD-F3A00E2C6497}"/>
              </a:ext>
            </a:extLst>
          </p:cNvPr>
          <p:cNvSpPr>
            <a:spLocks noGrp="1"/>
          </p:cNvSpPr>
          <p:nvPr/>
        </p:nvSpPr>
        <p:spPr>
          <a:xfrm>
            <a:off x="607403" y="4136022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r>
              <a:rPr lang="en-US" sz="1350" b="1" dirty="0">
                <a:solidFill>
                  <a:schemeClr val="accent1"/>
                </a:solidFill>
              </a:rPr>
              <a:t>Corresponding-vertex RMSE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5564572B-7872-4579-DC9C-8E3A94C81F30}"/>
              </a:ext>
            </a:extLst>
          </p:cNvPr>
          <p:cNvSpPr>
            <a:spLocks noGrp="1"/>
          </p:cNvSpPr>
          <p:nvPr/>
        </p:nvSpPr>
        <p:spPr>
          <a:xfrm>
            <a:off x="607403" y="4431297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2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9D17CD-F1F0-A2B7-CCE0-03D971A76A1B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DC01C0C-3248-A1DF-1860-0A4691649B76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B7E2C-D480-A8C1-5EC6-BBD2768FB7DB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Μετρικές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π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ου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απα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ντούν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δι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αφορετικές ερωτήσεις</a:t>
            </a:r>
            <a:r>
              <a:rPr lang="el-GR"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(2)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EA4F244-DBE6-D935-0AD0-28CFC7710C2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ED5578-A034-EB3D-12D0-574143FE4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2A2340-27D2-CFEF-30CC-296A69A010C0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2F2F20-D4C9-E359-FC2D-FA8D023FBF6A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6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AC6BD6-2C55-9025-3FC8-728DA1D30C0C}"/>
              </a:ext>
            </a:extLst>
          </p:cNvPr>
          <p:cNvSpPr>
            <a:spLocks noGrp="1"/>
          </p:cNvSpPr>
          <p:nvPr/>
        </p:nvSpPr>
        <p:spPr>
          <a:xfrm>
            <a:off x="619125" y="1047749"/>
            <a:ext cx="2434737" cy="27537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High</a:t>
            </a:r>
            <a:r>
              <a:rPr lang="el-GR" sz="1350" b="1" dirty="0">
                <a:solidFill>
                  <a:srgbClr val="304A8C"/>
                </a:solidFill>
                <a:latin typeface="Calibri"/>
              </a:rPr>
              <a:t>-</a:t>
            </a:r>
            <a:r>
              <a:rPr lang="en-US" sz="1350" b="1" dirty="0">
                <a:solidFill>
                  <a:srgbClr val="304A8C"/>
                </a:solidFill>
                <a:latin typeface="Calibri"/>
              </a:rPr>
              <a:t>frequency energy ratio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12948FF-2CF9-6C68-868E-92B2D9230B34}"/>
              </a:ext>
            </a:extLst>
          </p:cNvPr>
          <p:cNvSpPr>
            <a:spLocks noGrp="1"/>
          </p:cNvSpPr>
          <p:nvPr/>
        </p:nvSpPr>
        <p:spPr>
          <a:xfrm>
            <a:off x="619125" y="1343025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F51AED6-1386-3BA6-20C4-FE08E17AAB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48688" y="870438"/>
                <a:ext cx="3190874" cy="9214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19050" tIns="19050" rIns="19050" bIns="19050" anchor="ctr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defRPr sz="1350" b="0" i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666C78"/>
                            </a:solidFill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666C78"/>
                            </a:solidFill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666C78"/>
                            </a:solidFill>
                          </a:rPr>
                          <m:t>𝐻𝐹</m:t>
                        </m:r>
                      </m:sub>
                    </m:sSub>
                    <m:r>
                      <a:rPr lang="en-US" sz="1350" i="1">
                        <a:solidFill>
                          <a:srgbClr val="666C78"/>
                        </a:solidFill>
                      </a:rPr>
                      <m:t>&gt;1</m:t>
                    </m:r>
                  </m:oMath>
                </a14:m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 -&gt; το current mesh έχει περισσότερες τοπικές μεταβολές (θόρυβος/</a:t>
                </a:r>
                <a:r>
                  <a:rPr lang="en-US" sz="1350" dirty="0">
                    <a:solidFill>
                      <a:srgbClr val="666C78"/>
                    </a:solidFill>
                    <a:latin typeface="Calibri"/>
                  </a:rPr>
                  <a:t>spikes)</a:t>
                </a:r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666C78"/>
                            </a:solidFill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666C78"/>
                            </a:solidFill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666C78"/>
                            </a:solidFill>
                          </a:rPr>
                          <m:t>𝐻𝐹</m:t>
                        </m:r>
                      </m:sub>
                    </m:sSub>
                    <m:r>
                      <a:rPr lang="en-US" sz="1350" i="1">
                        <a:solidFill>
                          <a:srgbClr val="666C78"/>
                        </a:solidFill>
                      </a:rPr>
                      <m:t>&lt;1</m:t>
                    </m:r>
                  </m:oMath>
                </a14:m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 </a:t>
                </a:r>
                <a:r>
                  <a:rPr lang="en-US" sz="1350" dirty="0">
                    <a:solidFill>
                      <a:srgbClr val="666C78"/>
                    </a:solidFill>
                    <a:latin typeface="Calibri"/>
                  </a:rPr>
                  <a:t>-&gt;</a:t>
                </a:r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 μικρότερη τοπική μεταβολή</a:t>
                </a:r>
                <a:r>
                  <a:rPr lang="en-US" sz="1350" dirty="0">
                    <a:solidFill>
                      <a:srgbClr val="666C78"/>
                    </a:solidFill>
                    <a:latin typeface="Calibri"/>
                  </a:rPr>
                  <a:t> (denoising/</a:t>
                </a:r>
                <a:r>
                  <a:rPr lang="en-US" sz="1350" dirty="0" err="1">
                    <a:solidFill>
                      <a:srgbClr val="666C78"/>
                    </a:solidFill>
                    <a:latin typeface="Calibri"/>
                  </a:rPr>
                  <a:t>oversmoothing</a:t>
                </a:r>
                <a:r>
                  <a:rPr lang="en-US" sz="1350" dirty="0">
                    <a:solidFill>
                      <a:srgbClr val="666C78"/>
                    </a:solidFill>
                    <a:latin typeface="Calibri"/>
                  </a:rPr>
                  <a:t> </a:t>
                </a:r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και απωλεια λεπτομερειων)</a:t>
                </a:r>
                <a:endParaRPr sz="1350" b="0" i="0" dirty="0">
                  <a:solidFill>
                    <a:srgbClr val="666C78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F51AED6-1386-3BA6-20C4-FE08E17AA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688" y="870438"/>
                <a:ext cx="3190874" cy="921440"/>
              </a:xfrm>
              <a:prstGeom prst="rect">
                <a:avLst/>
              </a:prstGeom>
              <a:blipFill>
                <a:blip r:embed="rId3"/>
                <a:stretch>
                  <a:fillRect l="-2290" t="-1987" b="-46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32D861AF-6785-B6D2-CB92-863698E5B866}"/>
              </a:ext>
            </a:extLst>
          </p:cNvPr>
          <p:cNvSpPr>
            <a:spLocks noGrp="1"/>
          </p:cNvSpPr>
          <p:nvPr/>
        </p:nvSpPr>
        <p:spPr>
          <a:xfrm>
            <a:off x="619124" y="2009775"/>
            <a:ext cx="2610584" cy="49529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Mean</a:t>
            </a:r>
            <a:r>
              <a:rPr lang="el-GR" sz="1350" b="1" dirty="0">
                <a:solidFill>
                  <a:srgbClr val="304A8C"/>
                </a:solidFill>
                <a:latin typeface="Calibri"/>
              </a:rPr>
              <a:t>-</a:t>
            </a:r>
            <a:r>
              <a:rPr lang="en-US" sz="1350" b="1" dirty="0">
                <a:solidFill>
                  <a:srgbClr val="304A8C"/>
                </a:solidFill>
                <a:latin typeface="Calibri"/>
              </a:rPr>
              <a:t>radius ratio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DB29D5C2-0BB9-58EB-2EE7-803C783AE24E}"/>
              </a:ext>
            </a:extLst>
          </p:cNvPr>
          <p:cNvSpPr>
            <a:spLocks noGrp="1"/>
          </p:cNvSpPr>
          <p:nvPr/>
        </p:nvSpPr>
        <p:spPr>
          <a:xfrm>
            <a:off x="619125" y="2533650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AB2082-EAE8-D0D5-E925-30D97F054351}"/>
              </a:ext>
            </a:extLst>
          </p:cNvPr>
          <p:cNvSpPr>
            <a:spLocks noGrp="1"/>
          </p:cNvSpPr>
          <p:nvPr/>
        </p:nvSpPr>
        <p:spPr>
          <a:xfrm>
            <a:off x="8572500" y="2046206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397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&lt;1 -&gt; συρρίκνωση 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&gt;1 -&gt; διόγκωση</a:t>
            </a:r>
            <a:endParaRPr sz="13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9F298D-E7AB-CD58-42D4-BDD9A497EA92}"/>
              </a:ext>
            </a:extLst>
          </p:cNvPr>
          <p:cNvSpPr>
            <a:spLocks noGrp="1"/>
          </p:cNvSpPr>
          <p:nvPr/>
        </p:nvSpPr>
        <p:spPr>
          <a:xfrm>
            <a:off x="619125" y="3116848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l-GR" sz="1350" b="1" dirty="0">
                <a:solidFill>
                  <a:srgbClr val="304A8C"/>
                </a:solidFill>
                <a:latin typeface="Calibri"/>
              </a:rPr>
              <a:t>ΑΑΒΒ</a:t>
            </a:r>
            <a:r>
              <a:rPr lang="en-US" sz="1350" b="1" dirty="0">
                <a:solidFill>
                  <a:srgbClr val="304A8C"/>
                </a:solidFill>
                <a:latin typeface="Calibri"/>
              </a:rPr>
              <a:t>-volume ratio</a:t>
            </a:r>
            <a:endParaRPr lang="en-US" b="1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F7CA2E3-5355-C700-C516-BEF2EA5BCC7A}"/>
              </a:ext>
            </a:extLst>
          </p:cNvPr>
          <p:cNvSpPr>
            <a:spLocks noGrp="1"/>
          </p:cNvSpPr>
          <p:nvPr/>
        </p:nvSpPr>
        <p:spPr>
          <a:xfrm>
            <a:off x="619125" y="3412123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BA4B19-FB65-FEC2-0711-0A07084D1A8A}"/>
              </a:ext>
            </a:extLst>
          </p:cNvPr>
          <p:cNvSpPr>
            <a:spLocks noGrp="1"/>
          </p:cNvSpPr>
          <p:nvPr/>
        </p:nvSpPr>
        <p:spPr>
          <a:xfrm>
            <a:off x="8510953" y="4030162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Πως επηρεάζεται το συνολικό εμβαδόν;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30DF50E-3D7B-E9FA-576A-09651A846308}"/>
                  </a:ext>
                </a:extLst>
              </p:cNvPr>
              <p:cNvSpPr txBox="1"/>
              <p:nvPr/>
            </p:nvSpPr>
            <p:spPr>
              <a:xfrm>
                <a:off x="2375388" y="942976"/>
                <a:ext cx="6096000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𝐸</m:t>
                          </m:r>
                        </m:e>
                        <m:sub>
                          <m:r>
                            <a:rPr lang="en-US" sz="1400" i="1"/>
                            <m:t>𝐻𝐹</m:t>
                          </m:r>
                        </m:sub>
                      </m:sSub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r>
                            <a:rPr lang="en-US" sz="1400" i="1"/>
                            <m:t>𝑀</m:t>
                          </m:r>
                        </m:e>
                      </m:d>
                      <m:r>
                        <a:rPr lang="en-US" sz="1400" i="1"/>
                        <m:t>=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r>
                            <a:rPr lang="en-US" sz="1400" i="1"/>
                            <m:t>1</m:t>
                          </m:r>
                        </m:num>
                        <m:den>
                          <m:r>
                            <a:rPr lang="en-US" sz="1400" i="1"/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400" i="1"/>
                          </m:ctrlPr>
                        </m:naryPr>
                        <m:sub>
                          <m:r>
                            <a:rPr lang="en-US" sz="1400" i="1"/>
                            <m:t>𝑖</m:t>
                          </m:r>
                          <m:r>
                            <a:rPr lang="en-US" sz="1400" i="1"/>
                            <m:t>=1</m:t>
                          </m:r>
                        </m:sub>
                        <m:sup>
                          <m:r>
                            <a:rPr lang="en-US" sz="1400" i="1"/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/>
                                      </m:ctrlPr>
                                    </m:sSubPr>
                                    <m:e>
                                      <m:r>
                                        <a:rPr lang="en-US" sz="1400" i="1"/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400" i="1"/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400" i="1"/>
                                <m:t>2</m:t>
                              </m:r>
                            </m:sub>
                            <m:sup>
                              <m:r>
                                <a:rPr lang="en-US" sz="1400" i="1"/>
                                <m:t>2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l-G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1400" i="1"/>
                            <m:t>𝑅</m:t>
                          </m:r>
                        </m:e>
                        <m:sub>
                          <m:r>
                            <a:rPr lang="en-US" sz="1400" i="1"/>
                            <m:t>𝐻𝐹</m:t>
                          </m:r>
                        </m:sub>
                      </m:sSub>
                      <m:r>
                        <a:rPr lang="en-US" sz="1400" i="1"/>
                        <m:t>=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𝐸</m:t>
                              </m:r>
                            </m:e>
                            <m:sub>
                              <m:r>
                                <a:rPr lang="en-US" sz="1400" i="1"/>
                                <m:t>𝐻𝐹</m:t>
                              </m:r>
                            </m:sub>
                            <m:sup>
                              <m:r>
                                <a:rPr lang="en-US" sz="1400" i="1"/>
                                <m:t>𝑐𝑢𝑟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𝐸</m:t>
                              </m:r>
                            </m:e>
                            <m:sub>
                              <m:r>
                                <a:rPr lang="en-US" sz="1400" i="1"/>
                                <m:t>𝐻𝐹</m:t>
                              </m:r>
                            </m:sub>
                            <m:sup>
                              <m:r>
                                <a:rPr lang="en-US" sz="1400" i="1"/>
                                <m:t>𝑟𝑒𝑓</m:t>
                              </m:r>
                            </m:sup>
                          </m:sSubSup>
                        </m:den>
                      </m:f>
                      <m:r>
                        <m:rPr>
                          <m:nor/>
                        </m:rPr>
                        <a:rPr lang="el-GR" sz="1400"/>
                        <m:t>.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30DF50E-3D7B-E9FA-576A-09651A846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88" y="942976"/>
                <a:ext cx="6096000" cy="7023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06FF4FE-246C-B834-06D1-DD6854594706}"/>
                  </a:ext>
                </a:extLst>
              </p:cNvPr>
              <p:cNvSpPr txBox="1"/>
              <p:nvPr/>
            </p:nvSpPr>
            <p:spPr>
              <a:xfrm>
                <a:off x="2941028" y="1937385"/>
                <a:ext cx="5183062" cy="1133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1400" b="0" i="1"/>
                          </m:ctrlPr>
                        </m:accPr>
                        <m:e>
                          <m:r>
                            <a:rPr lang="en-US" sz="1400" b="0" i="1"/>
                            <m:t>𝑟</m:t>
                          </m:r>
                        </m:e>
                      </m:acc>
                      <m:r>
                        <a:rPr lang="en-US" sz="1400" b="0" i="1"/>
                        <m:t>=</m:t>
                      </m:r>
                      <m:f>
                        <m:fPr>
                          <m:ctrlPr>
                            <a:rPr lang="en-US" sz="1400" b="0" i="1"/>
                          </m:ctrlPr>
                        </m:fPr>
                        <m:num>
                          <m:r>
                            <a:rPr lang="en-US" sz="1400" b="0" i="1"/>
                            <m:t>1</m:t>
                          </m:r>
                        </m:num>
                        <m:den>
                          <m:r>
                            <a:rPr lang="en-US" sz="1400" b="0" i="1"/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400" b="0" i="1"/>
                          </m:ctrlPr>
                        </m:naryPr>
                        <m:sub>
                          <m:r>
                            <a:rPr lang="en-US" sz="1400" b="0" i="1"/>
                            <m:t>𝑖</m:t>
                          </m:r>
                          <m:r>
                            <a:rPr lang="en-US" sz="1400" b="0" i="1"/>
                            <m:t>=1</m:t>
                          </m:r>
                        </m:sub>
                        <m:sup>
                          <m:r>
                            <a:rPr lang="en-US" sz="1400" b="0" i="1"/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i="1"/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1"/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US" sz="1400" b="0" i="1"/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/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1"/>
                                    <m:t>c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400" b="0" i="1"/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l-GR" sz="1400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𝑅</m:t>
                          </m:r>
                        </m:e>
                        <m:sub>
                          <m:r>
                            <a:rPr lang="en-US" sz="1400" i="1"/>
                            <m:t>𝑟</m:t>
                          </m:r>
                        </m:sub>
                      </m:sSub>
                      <m:r>
                        <a:rPr lang="en-US" sz="1400" i="1"/>
                        <m:t>=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/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i="1"/>
                                  </m:ctrlPr>
                                </m:accPr>
                                <m:e>
                                  <m:r>
                                    <a:rPr lang="en-US" sz="1400" i="1"/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/>
                                <m:t>test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/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i="1"/>
                                  </m:ctrlPr>
                                </m:accPr>
                                <m:e>
                                  <m:r>
                                    <a:rPr lang="en-US" sz="1400" i="1"/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/>
                                <m:t>ref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:endParaRPr lang="en-US" sz="1400" dirty="0"/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06FF4FE-246C-B834-06D1-DD6854594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28" y="1937385"/>
                <a:ext cx="5183062" cy="11332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3C748C-193C-F39C-F18A-440E698C0856}"/>
                  </a:ext>
                </a:extLst>
              </p:cNvPr>
              <p:cNvSpPr txBox="1"/>
              <p:nvPr/>
            </p:nvSpPr>
            <p:spPr>
              <a:xfrm>
                <a:off x="3100754" y="3108744"/>
                <a:ext cx="4536832" cy="1021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/>
                            <m:t>AABB</m:t>
                          </m:r>
                        </m:sub>
                      </m:sSub>
                      <m:r>
                        <a:rPr lang="en-US" sz="1400" i="1"/>
                        <m:t>=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𝑠</m:t>
                          </m:r>
                        </m:e>
                        <m:sub>
                          <m:r>
                            <a:rPr lang="en-US" sz="1400" i="1"/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𝑠</m:t>
                          </m:r>
                        </m:e>
                        <m:sub>
                          <m:r>
                            <a:rPr lang="en-US" sz="1400" i="1"/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𝑠</m:t>
                          </m:r>
                        </m:e>
                        <m:sub>
                          <m:r>
                            <a:rPr lang="en-US" sz="1400" i="1"/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l-G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sz="1400" i="1"/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/>
                            <m:t>AABB</m:t>
                          </m:r>
                        </m:sub>
                      </m:sSub>
                      <m:r>
                        <a:rPr lang="en-US" sz="1400" i="1"/>
                        <m:t>=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/>
                                <m:t>AABB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/>
                                <m:t>test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/>
                                <m:t>AABB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/>
                                <m:t>ref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/>
                <a:endParaRPr lang="en-US" sz="1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3C748C-193C-F39C-F18A-440E698C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754" y="3108744"/>
                <a:ext cx="4536832" cy="10212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E9CF5671-8E4A-33E7-2414-17E0634BE480}"/>
              </a:ext>
            </a:extLst>
          </p:cNvPr>
          <p:cNvSpPr txBox="1"/>
          <p:nvPr/>
        </p:nvSpPr>
        <p:spPr>
          <a:xfrm>
            <a:off x="8510953" y="3087951"/>
            <a:ext cx="27900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1350" dirty="0">
                <a:solidFill>
                  <a:srgbClr val="666C78"/>
                </a:solidFill>
                <a:latin typeface="Calibri"/>
              </a:rPr>
              <a:t>Ο </a:t>
            </a:r>
            <a:r>
              <a:rPr lang="en-US" sz="1350" dirty="0" err="1">
                <a:solidFill>
                  <a:srgbClr val="666C78"/>
                </a:solidFill>
                <a:latin typeface="Calibri"/>
              </a:rPr>
              <a:t>όγκος</a:t>
            </a:r>
            <a:r>
              <a:rPr lang="en-US" sz="1350" dirty="0">
                <a:solidFill>
                  <a:srgbClr val="666C78"/>
                </a:solidFill>
                <a:latin typeface="Calibri"/>
              </a:rPr>
              <a:t> </a:t>
            </a:r>
            <a:r>
              <a:rPr lang="en-US" sz="1350" dirty="0" err="1">
                <a:solidFill>
                  <a:srgbClr val="666C78"/>
                </a:solidFill>
                <a:latin typeface="Calibri"/>
              </a:rPr>
              <a:t>του</a:t>
            </a:r>
            <a:r>
              <a:rPr lang="en-US" sz="1350" dirty="0">
                <a:solidFill>
                  <a:srgbClr val="666C78"/>
                </a:solidFill>
                <a:latin typeface="Calibri"/>
              </a:rPr>
              <a:t> axis-aligned bounding box</a:t>
            </a:r>
            <a:endParaRPr lang="el-GR" sz="13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7C9FA59-5EBF-9009-56FD-48D6AEA00204}"/>
                  </a:ext>
                </a:extLst>
              </p:cNvPr>
              <p:cNvSpPr txBox="1"/>
              <p:nvPr/>
            </p:nvSpPr>
            <p:spPr>
              <a:xfrm>
                <a:off x="3171458" y="4195169"/>
                <a:ext cx="4722202" cy="861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𝐴</m:t>
                        </m:r>
                      </m:e>
                      <m:sub>
                        <m:r>
                          <a:rPr lang="en-US" sz="1400" b="0" i="1"/>
                          <m:t>𝑓</m:t>
                        </m:r>
                      </m:sub>
                    </m:sSub>
                    <m:r>
                      <a:rPr lang="en-US" sz="1400" b="0" i="1"/>
                      <m:t>=</m:t>
                    </m:r>
                    <m:f>
                      <m:fPr>
                        <m:ctrlPr>
                          <a:rPr lang="en-US" sz="1400" b="0" i="1"/>
                        </m:ctrlPr>
                      </m:fPr>
                      <m:num>
                        <m:r>
                          <a:rPr lang="en-US" sz="1400" b="0" i="1"/>
                          <m:t>1</m:t>
                        </m:r>
                      </m:num>
                      <m:den>
                        <m:r>
                          <a:rPr lang="en-US" sz="1400" b="0" i="1"/>
                          <m:t>2</m:t>
                        </m:r>
                      </m:den>
                    </m:f>
                    <m:sSub>
                      <m:sSubPr>
                        <m:ctrlPr>
                          <a:rPr lang="en-US" sz="1400" i="1"/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400" i="1"/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400" b="0" i="1"/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0" i="1"/>
                                  <m:t>b</m:t>
                                </m:r>
                                <m:r>
                                  <a:rPr lang="en-US" sz="1400" b="0" i="1"/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/>
                                  <m:t>a</m:t>
                                </m:r>
                              </m:e>
                            </m:d>
                            <m:r>
                              <a:rPr lang="en-US" sz="1400" b="0" i="1"/>
                              <m:t>×</m:t>
                            </m:r>
                            <m:d>
                              <m:dPr>
                                <m:ctrlPr>
                                  <a:rPr lang="en-US" sz="1400" b="0" i="1"/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0" i="1"/>
                                  <m:t>c</m:t>
                                </m:r>
                                <m:r>
                                  <a:rPr lang="en-US" sz="1400" b="0" i="1"/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/>
                                  <m:t>a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1400" b="0" i="1"/>
                          <m:t>2</m:t>
                        </m:r>
                      </m:sub>
                    </m:sSub>
                    <m:sSub>
                      <m:sSubPr>
                        <m:ctrlPr>
                          <a:rPr lang="el-G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sz="1400" i="1"/>
                          <m:t>𝑅</m:t>
                        </m:r>
                      </m:e>
                      <m:sub>
                        <m:r>
                          <a:rPr lang="en-US" sz="1400" i="1"/>
                          <m:t>𝐴</m:t>
                        </m:r>
                      </m:sub>
                    </m:sSub>
                    <m:r>
                      <a:rPr lang="en-US" sz="1400" i="1"/>
                      <m:t>=</m:t>
                    </m:r>
                    <m:f>
                      <m:fPr>
                        <m:ctrlPr>
                          <a:rPr lang="en-US" sz="1400" i="1"/>
                        </m:ctrlPr>
                      </m:fPr>
                      <m:num>
                        <m:sSub>
                          <m:sSubPr>
                            <m:ctrlPr>
                              <a:rPr lang="en-US" sz="1400" i="1"/>
                            </m:ctrlPr>
                          </m:sSubPr>
                          <m:e>
                            <m:r>
                              <a:rPr lang="en-US" sz="1400" i="1"/>
                              <m:t>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/>
                              <m:t>test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/>
                            </m:ctrlPr>
                          </m:sSubPr>
                          <m:e>
                            <m:r>
                              <a:rPr lang="en-US" sz="1400" i="1"/>
                              <m:t>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/>
                              <m:t>ref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7C9FA59-5EBF-9009-56FD-48D6AEA00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458" y="4195169"/>
                <a:ext cx="4722202" cy="8611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A89E7257-6BC3-1264-A3D4-3B26E51851AA}"/>
              </a:ext>
            </a:extLst>
          </p:cNvPr>
          <p:cNvSpPr>
            <a:spLocks noGrp="1"/>
          </p:cNvSpPr>
          <p:nvPr/>
        </p:nvSpPr>
        <p:spPr>
          <a:xfrm>
            <a:off x="607403" y="4136022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Surface</a:t>
            </a:r>
            <a:r>
              <a:rPr lang="el-GR" sz="1350" b="1" dirty="0">
                <a:solidFill>
                  <a:srgbClr val="304A8C"/>
                </a:solidFill>
                <a:latin typeface="Calibri"/>
              </a:rPr>
              <a:t>-</a:t>
            </a:r>
            <a:r>
              <a:rPr lang="en-US" sz="1350" b="1" dirty="0">
                <a:solidFill>
                  <a:srgbClr val="304A8C"/>
                </a:solidFill>
                <a:latin typeface="Calibri"/>
              </a:rPr>
              <a:t>area ratio</a:t>
            </a:r>
            <a:endParaRPr lang="en-US" b="1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B3289F09-A1AA-E111-87F8-3D3789548198}"/>
              </a:ext>
            </a:extLst>
          </p:cNvPr>
          <p:cNvSpPr>
            <a:spLocks noGrp="1"/>
          </p:cNvSpPr>
          <p:nvPr/>
        </p:nvSpPr>
        <p:spPr>
          <a:xfrm>
            <a:off x="607403" y="4431297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8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AC1DA1A-9FD1-43A3-95EF-E7FAA0CAD49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7807F79-3646-4DA7-8918-A97AD4A23C0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0034C3-3C41-445B-8F4A-D672550B32E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Ο Gaussian θόρυβος μεταβάλλει εντονότερα τη γεωμετρία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90F73BB-5604-420F-99B4-3657B9033943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7EA927-4394-4EB6-A8A5-CAD485CE501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EFFDC-0B25-4692-9F37-59FE4F87A8A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7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8" name="Table 17"/>
          <p:cNvGraphicFramePr/>
          <p:nvPr>
            <p:extLst>
              <p:ext uri="{D42A27DB-BD31-4B8C-83A1-F6EECF244321}">
                <p14:modId xmlns:p14="http://schemas.microsoft.com/office/powerpoint/2010/main" val="3248407047"/>
              </p:ext>
            </p:extLst>
          </p:nvPr>
        </p:nvGraphicFramePr>
        <p:xfrm>
          <a:off x="495300" y="1200150"/>
          <a:ext cx="7048500" cy="34290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Θόρυβος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Hausdorff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HF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64337"/>
                          </a:solidFill>
                          <a:latin typeface="Calibri"/>
                          <a:ea typeface="Calibri"/>
                          <a:cs typeface="Calibri"/>
                        </a:rPr>
                        <a:t>12.262</a:t>
                      </a:r>
                    </a:p>
                  </a:txBody>
                  <a:tcPr anchor="ctr"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64337"/>
                          </a:solidFill>
                          <a:latin typeface="Calibri"/>
                          <a:ea typeface="Calibri"/>
                          <a:cs typeface="Calibri"/>
                        </a:rPr>
                        <a:t>0.002196</a:t>
                      </a:r>
                    </a:p>
                  </a:txBody>
                  <a:tcPr anchor="ctr"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0.005831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Impulse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64337"/>
                          </a:solidFill>
                          <a:latin typeface="Calibri"/>
                          <a:ea typeface="Calibri"/>
                          <a:cs typeface="Calibri"/>
                        </a:rPr>
                        <a:t>0.006330</a:t>
                      </a:r>
                    </a:p>
                  </a:txBody>
                  <a:tcPr anchor="ctr"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1.087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83868" y="1238250"/>
            <a:ext cx="2834640" cy="2667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BCF56C-55B6-4019-A990-B7E007598BB2}"/>
              </a:ext>
            </a:extLst>
          </p:cNvPr>
          <p:cNvSpPr>
            <a:spLocks noGrp="1"/>
          </p:cNvSpPr>
          <p:nvPr/>
        </p:nvSpPr>
        <p:spPr>
          <a:xfrm>
            <a:off x="7810500" y="4095750"/>
            <a:ext cx="37147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Gaussian: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μεγαλύτερο MSAE, RMSE και HF ratio.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Impulse: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μικρός μέσος όρος αλλά μέγιστη Hausdorff λόγω λίγων spikes.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Radius ratio: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παραμένει περίπου 1 για όλους τους θορύβους.</a:t>
            </a:r>
          </a:p>
        </p:txBody>
      </p:sp>
    </p:spTree>
    <p:extLst>
      <p:ext uri="{BB962C8B-B14F-4D97-AF65-F5344CB8AC3E}">
        <p14:creationId xmlns:p14="http://schemas.microsoft.com/office/powerpoint/2010/main" val="54133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356CAD-A5FB-4074-96EA-77DCF180C275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D8524-A251-4F70-A095-2A7EE5A62274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9751C-8803-4F20-AC83-97BAF9A66F6E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6805"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Ανίχνευση και στατική αποθορυβοποίηση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82DCFFE-737B-484A-BFCF-E1E34A0F11BC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0FA45-E559-44EC-8A21-522C4D46A69C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Κανονικά και candidate regions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Laplacian, Taubin, feature-aware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Remeshing και οπές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7C39EF5-EFC1-415C-91D3-F34C4A0AE97A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1738250"/>
            <a:ext cx="3143250" cy="2905249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FFC539B-D386-4CB5-A27D-ECF019FA97EB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E69751-777A-40A7-AE9B-CBA2EA677AF4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42A18-F143-46F4-8DB8-6ECC88B3C19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580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32E3B4-5738-477A-BEAD-054739CE319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FD573F3-18C3-46E4-B215-6EEB06DC082F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B4BBA-27A6-4FE0-9249-504C83139192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Κα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νονικά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εδρών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και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το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πικές γειτονιές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903BD30-1602-4A32-8E86-F623B11463E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2F5887-24D4-41BF-A212-2820B36E1C6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4A13C-B763-4F7E-A402-A0445B934D0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8656" y="1281451"/>
            <a:ext cx="4524375" cy="242826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42135" y="1353026"/>
            <a:ext cx="6050424" cy="4306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E55D31-F1EF-4BE5-B8E9-ABCFFC834BE1}"/>
              </a:ext>
            </a:extLst>
          </p:cNvPr>
          <p:cNvSpPr>
            <a:spLocks noGrp="1"/>
          </p:cNvSpPr>
          <p:nvPr/>
        </p:nvSpPr>
        <p:spPr>
          <a:xfrm>
            <a:off x="358656" y="4198303"/>
            <a:ext cx="5115945" cy="639168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Απ</a:t>
            </a:r>
            <a:r>
              <a:rPr sz="1425" b="1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εικόνιση</a:t>
            </a:r>
            <a:r>
              <a:rPr sz="1425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42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υπ</a:t>
            </a:r>
            <a:r>
              <a:rPr sz="142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οδειγμ</a:t>
            </a:r>
            <a:r>
              <a:rPr sz="142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ατοληψία normals μόνο για να παραμένει ευανάγνωστη η εικόνα.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F70AA5-3421-9EC9-F743-38FD91C6C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596" y="2096355"/>
            <a:ext cx="4366481" cy="35686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A5E715-B182-5788-B62A-A0E15C9A6A6C}"/>
              </a:ext>
            </a:extLst>
          </p:cNvPr>
          <p:cNvSpPr txBox="1"/>
          <p:nvPr/>
        </p:nvSpPr>
        <p:spPr>
          <a:xfrm>
            <a:off x="6019309" y="888590"/>
            <a:ext cx="53154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το μοναδιαίο κανονικό διάνυσμα της έδρας</a:t>
            </a:r>
            <a:r>
              <a:rPr lang="en-US" sz="14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30949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D66D4-5CBF-18EC-E6B5-307C54BAD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76787" y="3449437"/>
            <a:ext cx="6191250" cy="4599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C7C671-46C6-5FAC-FEE2-4ACE96A67944}"/>
              </a:ext>
            </a:extLst>
          </p:cNvPr>
          <p:cNvSpPr>
            <a:spLocks noGrp="1"/>
          </p:cNvSpPr>
          <p:nvPr/>
        </p:nvSpPr>
        <p:spPr>
          <a:xfrm>
            <a:off x="2143125" y="5381625"/>
            <a:ext cx="790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6074" lnSpcReduction="10000"/>
          </a:bodyPr>
          <a:lstStyle/>
          <a:p>
            <a:pPr algn="ctr">
              <a:lnSpc>
                <a:spcPct val="105000"/>
              </a:lnSpc>
              <a:buNone/>
              <a:def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spatial weight 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κρ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ατά την τοπικότητα. 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normal weight π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εριορίζει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την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α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νάμειξη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των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δύο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π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λευρών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25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μι</a:t>
            </a:r>
            <a:r>
              <a:rPr sz="142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ας sharp edge.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8EDB1E4-CFEE-2111-7041-51E4D69ECF4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D4F055-2E37-2117-0629-21FA56048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313F81F-7899-A73A-ED76-A95D0695DFE0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8F0B8-B85D-97CF-A5B5-2D30D61C56B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E5D209-3920-1C52-4EA8-5F32D13C8190}"/>
              </a:ext>
            </a:extLst>
          </p:cNvPr>
          <p:cNvSpPr>
            <a:spLocks noGrp="1"/>
          </p:cNvSpPr>
          <p:nvPr/>
        </p:nvSpPr>
        <p:spPr>
          <a:xfrm>
            <a:off x="361950" y="1277756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Bilateral normals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4E5C518-10D8-0635-53C9-27A02D444E54}"/>
              </a:ext>
            </a:extLst>
          </p:cNvPr>
          <p:cNvSpPr>
            <a:spLocks noGrp="1"/>
          </p:cNvSpPr>
          <p:nvPr/>
        </p:nvSpPr>
        <p:spPr>
          <a:xfrm>
            <a:off x="1981200" y="144920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EF8AEE-0957-7CD1-A18D-9513D793A262}"/>
              </a:ext>
            </a:extLst>
          </p:cNvPr>
          <p:cNvSpPr>
            <a:spLocks noGrp="1"/>
          </p:cNvSpPr>
          <p:nvPr/>
        </p:nvSpPr>
        <p:spPr>
          <a:xfrm>
            <a:off x="2286000" y="1277756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Covariance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D8BCD86-94F7-A492-2507-DCC05CA76BCF}"/>
              </a:ext>
            </a:extLst>
          </p:cNvPr>
          <p:cNvSpPr>
            <a:spLocks noGrp="1"/>
          </p:cNvSpPr>
          <p:nvPr/>
        </p:nvSpPr>
        <p:spPr>
          <a:xfrm>
            <a:off x="3905250" y="144920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869193-CCA0-0415-02DA-6EC554F4719D}"/>
              </a:ext>
            </a:extLst>
          </p:cNvPr>
          <p:cNvSpPr>
            <a:spLocks noGrp="1"/>
          </p:cNvSpPr>
          <p:nvPr/>
        </p:nvSpPr>
        <p:spPr>
          <a:xfrm>
            <a:off x="4210050" y="1277756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Eigenvalues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78FED1F-E33C-702D-2155-E15BC4D9DC4C}"/>
              </a:ext>
            </a:extLst>
          </p:cNvPr>
          <p:cNvSpPr>
            <a:spLocks noGrp="1"/>
          </p:cNvSpPr>
          <p:nvPr/>
        </p:nvSpPr>
        <p:spPr>
          <a:xfrm>
            <a:off x="5829300" y="144920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17EBCFA-7D54-C2D4-9C65-DE0B5ACC43F9}"/>
              </a:ext>
            </a:extLst>
          </p:cNvPr>
          <p:cNvSpPr>
            <a:spLocks noGrp="1"/>
          </p:cNvSpPr>
          <p:nvPr/>
        </p:nvSpPr>
        <p:spPr>
          <a:xfrm>
            <a:off x="6134100" y="1277756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k-means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C7F471E-34E8-EC5B-A343-BC6A58E16A71}"/>
              </a:ext>
            </a:extLst>
          </p:cNvPr>
          <p:cNvSpPr>
            <a:spLocks noGrp="1"/>
          </p:cNvSpPr>
          <p:nvPr/>
        </p:nvSpPr>
        <p:spPr>
          <a:xfrm>
            <a:off x="7753350" y="144920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375B397-F330-04AD-F01C-F846172905FC}"/>
              </a:ext>
            </a:extLst>
          </p:cNvPr>
          <p:cNvSpPr>
            <a:spLocks noGrp="1"/>
          </p:cNvSpPr>
          <p:nvPr/>
        </p:nvSpPr>
        <p:spPr>
          <a:xfrm>
            <a:off x="8058150" y="1277756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Flat candidates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E8698E5-D34E-3D95-8C2A-442AD581BBBC}"/>
              </a:ext>
            </a:extLst>
          </p:cNvPr>
          <p:cNvSpPr>
            <a:spLocks noGrp="1"/>
          </p:cNvSpPr>
          <p:nvPr/>
        </p:nvSpPr>
        <p:spPr>
          <a:xfrm>
            <a:off x="9677400" y="144920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DB8BFEB-0172-4AF6-DE34-3AA7CE74976F}"/>
              </a:ext>
            </a:extLst>
          </p:cNvPr>
          <p:cNvSpPr>
            <a:spLocks noGrp="1"/>
          </p:cNvSpPr>
          <p:nvPr/>
        </p:nvSpPr>
        <p:spPr>
          <a:xfrm>
            <a:off x="9982200" y="1277756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Connected regions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DB5EDF-8C09-DA76-39E3-FEAF9731EAE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C9B55E09-B678-1495-4218-8653F849580A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949C52-DD62-BDE1-4282-D4F1F3F0E9C1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lang="el-GR" sz="25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Ανίχνευση υποψήφιων περιοχών για αποθορυβοποίηση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C2F02C8-E735-723C-1AB5-092F0D22D0F7}"/>
                  </a:ext>
                </a:extLst>
              </p:cNvPr>
              <p:cNvSpPr txBox="1"/>
              <p:nvPr/>
            </p:nvSpPr>
            <p:spPr>
              <a:xfrm>
                <a:off x="905337" y="3302457"/>
                <a:ext cx="2389849" cy="682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</m:acc>
                      </m:e>
                      <m:sub>
                        <m:r>
                          <a:rPr lang="en-US" sz="18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8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18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1800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𝒫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US" sz="1800" b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en-US" sz="18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8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1800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𝒫</m:t>
                                    </m:r>
                                  </m:e>
                                  <m:sub>
                                    <m:r>
                                      <a:rPr lang="en-US" sz="18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8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  <m:sSub>
                              <m:sSubPr>
                                <m:ctrlPr>
                                  <a:rPr lang="en-US" sz="1800" b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𝐧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l-GR" sz="18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C2F02C8-E735-723C-1AB5-092F0D22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37" y="3302457"/>
                <a:ext cx="2389849" cy="6826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037E7C75-A6BA-3702-51C6-CA05D7764166}"/>
              </a:ext>
            </a:extLst>
          </p:cNvPr>
          <p:cNvSpPr txBox="1"/>
          <p:nvPr/>
        </p:nvSpPr>
        <p:spPr>
          <a:xfrm>
            <a:off x="457200" y="2364632"/>
            <a:ext cx="6096000" cy="40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Bilateral Filtering </a:t>
            </a:r>
            <a:r>
              <a:rPr lang="el-GR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των </a:t>
            </a:r>
            <a:r>
              <a:rPr lang="en-US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face normals 1-iter.</a:t>
            </a:r>
            <a:endParaRPr lang="en-US" sz="20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F2881E-BCA5-D2AA-6F9B-BB0F2102380F}"/>
              </a:ext>
            </a:extLst>
          </p:cNvPr>
          <p:cNvSpPr txBox="1"/>
          <p:nvPr/>
        </p:nvSpPr>
        <p:spPr>
          <a:xfrm>
            <a:off x="6707259" y="2382147"/>
            <a:ext cx="4627491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85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Πιο σταθερή </a:t>
            </a:r>
            <a:r>
              <a:rPr lang="en-US" sz="185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eigenvalue analysis (</a:t>
            </a:r>
            <a:r>
              <a:rPr lang="el-GR" sz="185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Μείωση μικρών τυχαίων αποκλίσεων των </a:t>
            </a:r>
            <a:r>
              <a:rPr lang="en-US" sz="185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normals)</a:t>
            </a:r>
            <a:endParaRPr lang="el-GR" sz="18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489EE95-5907-971F-46AB-B41757BD0460}"/>
              </a:ext>
            </a:extLst>
          </p:cNvPr>
          <p:cNvSpPr/>
          <p:nvPr/>
        </p:nvSpPr>
        <p:spPr>
          <a:xfrm>
            <a:off x="5419725" y="2475309"/>
            <a:ext cx="647700" cy="243599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D3FCB9-A0A9-60FB-FBE0-0D69029FEC89}"/>
              </a:ext>
            </a:extLst>
          </p:cNvPr>
          <p:cNvSpPr txBox="1"/>
          <p:nvPr/>
        </p:nvSpPr>
        <p:spPr>
          <a:xfrm>
            <a:off x="246299" y="851429"/>
            <a:ext cx="6096982" cy="318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lang="el-GR" sz="1425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Patch: </a:t>
            </a:r>
            <a:r>
              <a:rPr lang="el-GR" sz="142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k=20 πλησιέστερες έδρες ως προς τα κέντρα τους.</a:t>
            </a:r>
            <a:r>
              <a:rPr lang="en-US" sz="142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(k-d tree)</a:t>
            </a:r>
            <a:endParaRPr lang="el-GR" sz="1425" dirty="0">
              <a:solidFill>
                <a:srgbClr val="1E1E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CC0724-B9E9-E8D5-27D5-890816618CA2}"/>
              </a:ext>
            </a:extLst>
          </p:cNvPr>
          <p:cNvSpPr txBox="1"/>
          <p:nvPr/>
        </p:nvSpPr>
        <p:spPr>
          <a:xfrm>
            <a:off x="5457825" y="405170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l-GR" sz="1600" b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ένας neighboring face αποκτά μεγάλο βάρος μόνο αν είναι ταυτόχρονα κοντά στον χώρο και παρόμοιος ως προς το normal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7A7986-C86A-B622-2DF1-35461D760150}"/>
              </a:ext>
            </a:extLst>
          </p:cNvPr>
          <p:cNvSpPr txBox="1"/>
          <p:nvPr/>
        </p:nvSpPr>
        <p:spPr>
          <a:xfrm>
            <a:off x="685800" y="422511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Weighted average </a:t>
            </a:r>
            <a:r>
              <a:rPr lang="el-GR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αντί για απλό 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endParaRPr lang="el-GR" sz="1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99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9E399-880F-B953-67F4-BD8A814A05FC}"/>
              </a:ext>
            </a:extLst>
          </p:cNvPr>
          <p:cNvSpPr txBox="1"/>
          <p:nvPr/>
        </p:nvSpPr>
        <p:spPr>
          <a:xfrm>
            <a:off x="357440" y="225370"/>
            <a:ext cx="6096000" cy="40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Ταξινόμηση των περιοχών σε </a:t>
            </a:r>
            <a:r>
              <a:rPr lang="en-US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flat edge </a:t>
            </a:r>
            <a:r>
              <a:rPr lang="el-GR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ή </a:t>
            </a:r>
            <a:r>
              <a:rPr lang="en-US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corner</a:t>
            </a:r>
            <a:endParaRPr lang="en-US" sz="2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2C359D-F837-7B07-C46F-C72316B060ED}"/>
                  </a:ext>
                </a:extLst>
              </p:cNvPr>
              <p:cNvSpPr txBox="1"/>
              <p:nvPr/>
            </p:nvSpPr>
            <p:spPr>
              <a:xfrm>
                <a:off x="0" y="1015067"/>
                <a:ext cx="4161692" cy="800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1" i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</m:acc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2C359D-F837-7B07-C46F-C72316B06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15067"/>
                <a:ext cx="4161692" cy="800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3A827E-D81C-3690-F9A2-4547F616F4F5}"/>
                  </a:ext>
                </a:extLst>
              </p:cNvPr>
              <p:cNvSpPr txBox="1"/>
              <p:nvPr/>
            </p:nvSpPr>
            <p:spPr>
              <a:xfrm>
                <a:off x="2270307" y="1171742"/>
                <a:ext cx="56036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₀ 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₁ ≤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3A827E-D81C-3690-F9A2-4547F616F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307" y="1171742"/>
                <a:ext cx="560363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5F0F70-4211-FFB5-59CA-97980CACE0BB}"/>
                  </a:ext>
                </a:extLst>
              </p:cNvPr>
              <p:cNvSpPr txBox="1"/>
              <p:nvPr/>
            </p:nvSpPr>
            <p:spPr>
              <a:xfrm>
                <a:off x="-328613" y="2618210"/>
                <a:ext cx="4724401" cy="968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𝑓𝑙𝑎𝑡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𝑒𝑑𝑔𝑒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𝑐𝑜𝑟𝑛𝑒𝑟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5F0F70-4211-FFB5-59CA-97980CACE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8613" y="2618210"/>
                <a:ext cx="4724401" cy="96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B92477F-5981-9AEE-5B3D-6FA1A14AA6BA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08C20F-329F-1637-4367-EDB9A03E6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14CDA7-FF89-06C6-056B-53217B22AB2B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D50D11-4E95-87B3-E234-C213BD499A3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9C4F14-AF9A-AD42-8D89-B3459FD842BF}"/>
                  </a:ext>
                </a:extLst>
              </p:cNvPr>
              <p:cNvSpPr txBox="1"/>
              <p:nvPr/>
            </p:nvSpPr>
            <p:spPr>
              <a:xfrm>
                <a:off x="7927240" y="776871"/>
                <a:ext cx="3897923" cy="569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500" dirty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rPr>
                  <a:t>Επίπεδες περιοχές </a:t>
                </a:r>
                <a:r>
                  <a:rPr lang="en-US" sz="1500" dirty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₀, 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₁, 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₂) ≈ (0, 0, 1)</m:t>
                    </m:r>
                  </m:oMath>
                </a14:m>
                <a:endParaRPr lang="en-US" sz="1600" dirty="0"/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9C4F14-AF9A-AD42-8D89-B3459FD84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240" y="776871"/>
                <a:ext cx="3897923" cy="569387"/>
              </a:xfrm>
              <a:prstGeom prst="rect">
                <a:avLst/>
              </a:prstGeom>
              <a:blipFill>
                <a:blip r:embed="rId6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DB53BD-29EF-994E-7B3F-9A93B2B63F17}"/>
                  </a:ext>
                </a:extLst>
              </p:cNvPr>
              <p:cNvSpPr txBox="1"/>
              <p:nvPr/>
            </p:nvSpPr>
            <p:spPr>
              <a:xfrm>
                <a:off x="7873938" y="1202461"/>
                <a:ext cx="3897923" cy="43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500" dirty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rPr>
                  <a:t> Περιοχές με ακμή </a:t>
                </a:r>
                <a:r>
                  <a:rPr lang="en-US" sz="1500" dirty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₀, 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₁, 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₂) ≈ (0,</m:t>
                    </m:r>
                    <m:f>
                      <m:fPr>
                        <m:ctrlP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16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DB53BD-29EF-994E-7B3F-9A93B2B63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938" y="1202461"/>
                <a:ext cx="3897923" cy="439992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166207-B9DA-E549-0710-504108F31A53}"/>
                  </a:ext>
                </a:extLst>
              </p:cNvPr>
              <p:cNvSpPr txBox="1"/>
              <p:nvPr/>
            </p:nvSpPr>
            <p:spPr>
              <a:xfrm>
                <a:off x="7927240" y="1690797"/>
                <a:ext cx="3897923" cy="672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500" dirty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rPr>
                  <a:t>Περιοχές με γωνία </a:t>
                </a:r>
                <a:r>
                  <a:rPr lang="en-US" sz="1500" dirty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₀, 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₁, </m:t>
                    </m:r>
                    <m:r>
                      <a:rPr lang="en-US" sz="16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₂) ≈ (</m:t>
                    </m:r>
                    <m:f>
                      <m:fPr>
                        <m:ctrlP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16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sz="16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166207-B9DA-E549-0710-504108F31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240" y="1690797"/>
                <a:ext cx="3897923" cy="672107"/>
              </a:xfrm>
              <a:prstGeom prst="rect">
                <a:avLst/>
              </a:prstGeom>
              <a:blipFill>
                <a:blip r:embed="rId8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3CD0910F-B6F2-ECF9-D452-18EA116C3E1A}"/>
              </a:ext>
            </a:extLst>
          </p:cNvPr>
          <p:cNvSpPr/>
          <p:nvPr/>
        </p:nvSpPr>
        <p:spPr>
          <a:xfrm>
            <a:off x="3300046" y="1292650"/>
            <a:ext cx="515816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BB6FA9-108C-F3CB-948D-29C4D349CCA3}"/>
              </a:ext>
            </a:extLst>
          </p:cNvPr>
          <p:cNvSpPr txBox="1"/>
          <p:nvPr/>
        </p:nvSpPr>
        <p:spPr>
          <a:xfrm>
            <a:off x="1239715" y="2228210"/>
            <a:ext cx="1682261" cy="40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Descriptors</a:t>
            </a:r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9B0EF11-00ED-6DD4-8038-9B26A5269C06}"/>
              </a:ext>
            </a:extLst>
          </p:cNvPr>
          <p:cNvSpPr>
            <a:spLocks noGrp="1"/>
          </p:cNvSpPr>
          <p:nvPr/>
        </p:nvSpPr>
        <p:spPr>
          <a:xfrm>
            <a:off x="2155090" y="397636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Covariance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85DC5BB-ECB0-087D-04D1-17E858F0BCE7}"/>
              </a:ext>
            </a:extLst>
          </p:cNvPr>
          <p:cNvSpPr>
            <a:spLocks noGrp="1"/>
          </p:cNvSpPr>
          <p:nvPr/>
        </p:nvSpPr>
        <p:spPr>
          <a:xfrm>
            <a:off x="3774340" y="414781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845827E-F526-EA89-B01C-C2FCBC80E935}"/>
              </a:ext>
            </a:extLst>
          </p:cNvPr>
          <p:cNvSpPr>
            <a:spLocks noGrp="1"/>
          </p:cNvSpPr>
          <p:nvPr/>
        </p:nvSpPr>
        <p:spPr>
          <a:xfrm>
            <a:off x="4079140" y="397636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Eigenvalues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BE76DAE-38A7-4FAE-E4AA-605194CDCA6C}"/>
              </a:ext>
            </a:extLst>
          </p:cNvPr>
          <p:cNvSpPr>
            <a:spLocks noGrp="1"/>
          </p:cNvSpPr>
          <p:nvPr/>
        </p:nvSpPr>
        <p:spPr>
          <a:xfrm>
            <a:off x="5698390" y="414781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13C4CC1-BD67-A619-B5AB-E96F878F5F83}"/>
              </a:ext>
            </a:extLst>
          </p:cNvPr>
          <p:cNvSpPr>
            <a:spLocks noGrp="1"/>
          </p:cNvSpPr>
          <p:nvPr/>
        </p:nvSpPr>
        <p:spPr>
          <a:xfrm>
            <a:off x="6003190" y="397636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k-means</a:t>
            </a: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CD9493B9-CDF6-00FE-9AA2-826E26CE3C36}"/>
              </a:ext>
            </a:extLst>
          </p:cNvPr>
          <p:cNvSpPr>
            <a:spLocks noGrp="1"/>
          </p:cNvSpPr>
          <p:nvPr/>
        </p:nvSpPr>
        <p:spPr>
          <a:xfrm>
            <a:off x="7622440" y="414781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3B95089-A743-7058-EA81-35A35534A64B}"/>
              </a:ext>
            </a:extLst>
          </p:cNvPr>
          <p:cNvSpPr>
            <a:spLocks noGrp="1"/>
          </p:cNvSpPr>
          <p:nvPr/>
        </p:nvSpPr>
        <p:spPr>
          <a:xfrm>
            <a:off x="7927240" y="397636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3 Clusters</a:t>
            </a:r>
            <a:endParaRPr sz="1350" b="1" dirty="0">
              <a:solidFill>
                <a:srgbClr val="357E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E065A6ED-6C7A-F5E0-8E18-2BC7FFC5154A}"/>
              </a:ext>
            </a:extLst>
          </p:cNvPr>
          <p:cNvSpPr/>
          <p:nvPr/>
        </p:nvSpPr>
        <p:spPr>
          <a:xfrm>
            <a:off x="4766679" y="1642453"/>
            <a:ext cx="200578" cy="3279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70AAEB-4177-E01C-8454-5690D2588869}"/>
              </a:ext>
            </a:extLst>
          </p:cNvPr>
          <p:cNvSpPr txBox="1"/>
          <p:nvPr/>
        </p:nvSpPr>
        <p:spPr>
          <a:xfrm>
            <a:off x="3899625" y="2118446"/>
            <a:ext cx="3049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Σε πόσες διαφορετικές κύριες κατευθύνσεις είναι διασκορπισμένα τα </a:t>
            </a:r>
            <a:r>
              <a:rPr lang="en-US" dirty="0"/>
              <a:t>normals</a:t>
            </a:r>
            <a:r>
              <a:rPr lang="el-GR" dirty="0"/>
              <a:t>;</a:t>
            </a:r>
            <a:endParaRPr lang="en-US" dirty="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14801320-5509-4C5B-E86B-E4A667C3A698}"/>
              </a:ext>
            </a:extLst>
          </p:cNvPr>
          <p:cNvSpPr>
            <a:spLocks noGrp="1"/>
          </p:cNvSpPr>
          <p:nvPr/>
        </p:nvSpPr>
        <p:spPr>
          <a:xfrm>
            <a:off x="9584774" y="415733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51BCD81-3A12-ACE8-71A6-D081409A3656}"/>
              </a:ext>
            </a:extLst>
          </p:cNvPr>
          <p:cNvSpPr>
            <a:spLocks noGrp="1"/>
          </p:cNvSpPr>
          <p:nvPr/>
        </p:nvSpPr>
        <p:spPr>
          <a:xfrm>
            <a:off x="9944100" y="3970114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Flat/edge/corner</a:t>
            </a:r>
            <a:endParaRPr sz="1350" b="1" dirty="0">
              <a:solidFill>
                <a:srgbClr val="357E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EDBC4B-F292-B2B8-ED1B-9DAA195C9FAE}"/>
              </a:ext>
            </a:extLst>
          </p:cNvPr>
          <p:cNvSpPr txBox="1"/>
          <p:nvPr/>
        </p:nvSpPr>
        <p:spPr>
          <a:xfrm>
            <a:off x="9876201" y="4685432"/>
            <a:ext cx="192405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300" kern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με βάση τις μέσες τιμές των τριών descriptors μέσα σε κάθε cluster</a:t>
            </a:r>
            <a:endParaRPr lang="en-US" sz="13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530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81FD38C-EC12-4ED8-9E08-A620716A4FF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BC2A15E-ADAD-4B10-9AC1-F9BB2888CC8D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404F6-6ED3-41E8-B0DB-811156FAEAE2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Διαχωρισμός χαρακτηριστικού από θόρυβο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63FAE61-9B00-4CB8-84D5-6B570843358A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758C83-8884-4EE4-A8BF-C4B5F69D730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E8942B-2202-496A-9EBE-F87A48780FC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FA197B-5CE7-4E96-AD6E-2ECAB57725ED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725" b="1" i="0" dirty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Feature score 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3B49D9-C78B-4C90-99E3-90712AC97A48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Μετρά πόση normal πληροφορία βρίσκεται έξω από την κυρίαρχη ιδιοδιεύθυνση.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11C9E4-450F-40A6-B948-9C0A46766924}"/>
              </a:ext>
            </a:extLst>
          </p:cNvPr>
          <p:cNvSpPr>
            <a:spLocks noGrp="1"/>
          </p:cNvSpPr>
          <p:nvPr/>
        </p:nvSpPr>
        <p:spPr>
          <a:xfrm>
            <a:off x="419100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F2A33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2A33A"/>
                </a:solidFill>
                <a:latin typeface="Calibri"/>
                <a:ea typeface="Calibri"/>
                <a:cs typeface="Calibri"/>
              </a:rPr>
              <a:t>Roughness 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D9BBC-DF99-4A61-A99E-0D53ADDDA10A}"/>
              </a:ext>
            </a:extLst>
          </p:cNvPr>
          <p:cNvSpPr>
            <a:spLocks noGrp="1"/>
          </p:cNvSpPr>
          <p:nvPr/>
        </p:nvSpPr>
        <p:spPr>
          <a:xfrm>
            <a:off x="4333875" y="2714625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Μέση γωνιακή ασυνέπεια των αρχικών face normals μέσα στο patch.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27FA3-6CAB-4E6F-8954-15AAE9D7FC5F}"/>
              </a:ext>
            </a:extLst>
          </p:cNvPr>
          <p:cNvSpPr>
            <a:spLocks noGrp="1"/>
          </p:cNvSpPr>
          <p:nvPr/>
        </p:nvSpPr>
        <p:spPr>
          <a:xfrm>
            <a:off x="771525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Candidate 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386E2D-428B-40AD-88E1-DE5DFA21F1F2}"/>
              </a:ext>
            </a:extLst>
          </p:cNvPr>
          <p:cNvSpPr>
            <a:spLocks noGrp="1"/>
          </p:cNvSpPr>
          <p:nvPr/>
        </p:nvSpPr>
        <p:spPr>
          <a:xfrm>
            <a:off x="7858125" y="2714625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Υψηλό όταν η περιοχή είναι τραχιά αλλά παραμένει τοπικά flat-like.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BF1EF0-A2AC-4F87-BC06-E8E6141D3213}"/>
              </a:ext>
            </a:extLst>
          </p:cNvPr>
          <p:cNvSpPr>
            <a:spLocks noGrp="1"/>
          </p:cNvSpPr>
          <p:nvPr/>
        </p:nvSpPr>
        <p:spPr>
          <a:xfrm>
            <a:off x="52387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Bilateral normals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A02926E-23EA-49C3-A837-865A963DD294}"/>
              </a:ext>
            </a:extLst>
          </p:cNvPr>
          <p:cNvSpPr>
            <a:spLocks noGrp="1"/>
          </p:cNvSpPr>
          <p:nvPr/>
        </p:nvSpPr>
        <p:spPr>
          <a:xfrm>
            <a:off x="214312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1482C8-397E-4366-B744-6D03D95D108B}"/>
              </a:ext>
            </a:extLst>
          </p:cNvPr>
          <p:cNvSpPr>
            <a:spLocks noGrp="1"/>
          </p:cNvSpPr>
          <p:nvPr/>
        </p:nvSpPr>
        <p:spPr>
          <a:xfrm>
            <a:off x="244792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Covariance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95CF2F-D5B2-4535-AD67-551CC7EEF4C5}"/>
              </a:ext>
            </a:extLst>
          </p:cNvPr>
          <p:cNvSpPr>
            <a:spLocks noGrp="1"/>
          </p:cNvSpPr>
          <p:nvPr/>
        </p:nvSpPr>
        <p:spPr>
          <a:xfrm>
            <a:off x="406717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4213A7-FFBC-4AD9-97F8-62A33B66AB8A}"/>
              </a:ext>
            </a:extLst>
          </p:cNvPr>
          <p:cNvSpPr>
            <a:spLocks noGrp="1"/>
          </p:cNvSpPr>
          <p:nvPr/>
        </p:nvSpPr>
        <p:spPr>
          <a:xfrm>
            <a:off x="437197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Eigenvalues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223F9A7-5FDA-4682-BEB0-7EB17FF4E43B}"/>
              </a:ext>
            </a:extLst>
          </p:cNvPr>
          <p:cNvSpPr>
            <a:spLocks noGrp="1"/>
          </p:cNvSpPr>
          <p:nvPr/>
        </p:nvSpPr>
        <p:spPr>
          <a:xfrm>
            <a:off x="599122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AD72BD-A8D3-4854-B568-D74394B3732A}"/>
              </a:ext>
            </a:extLst>
          </p:cNvPr>
          <p:cNvSpPr>
            <a:spLocks noGrp="1"/>
          </p:cNvSpPr>
          <p:nvPr/>
        </p:nvSpPr>
        <p:spPr>
          <a:xfrm>
            <a:off x="629602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k-means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2CAC5D8-E1EC-4AF5-B3AF-98B08023230E}"/>
              </a:ext>
            </a:extLst>
          </p:cNvPr>
          <p:cNvSpPr>
            <a:spLocks noGrp="1"/>
          </p:cNvSpPr>
          <p:nvPr/>
        </p:nvSpPr>
        <p:spPr>
          <a:xfrm>
            <a:off x="791527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7857CE7-1325-48CB-8A8C-A8C404D0C863}"/>
              </a:ext>
            </a:extLst>
          </p:cNvPr>
          <p:cNvSpPr>
            <a:spLocks noGrp="1"/>
          </p:cNvSpPr>
          <p:nvPr/>
        </p:nvSpPr>
        <p:spPr>
          <a:xfrm>
            <a:off x="822007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Flat candidates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631D77C-4765-423D-97DB-F1BF1503735F}"/>
              </a:ext>
            </a:extLst>
          </p:cNvPr>
          <p:cNvSpPr>
            <a:spLocks noGrp="1"/>
          </p:cNvSpPr>
          <p:nvPr/>
        </p:nvSpPr>
        <p:spPr>
          <a:xfrm>
            <a:off x="983932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72C512-7F75-43EB-8DCD-8B1BF06F6FB8}"/>
              </a:ext>
            </a:extLst>
          </p:cNvPr>
          <p:cNvSpPr>
            <a:spLocks noGrp="1"/>
          </p:cNvSpPr>
          <p:nvPr/>
        </p:nvSpPr>
        <p:spPr>
          <a:xfrm>
            <a:off x="1014412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Connected regions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4ED72D-FCE0-41AC-B6B1-D6CAF2811A75}"/>
              </a:ext>
            </a:extLst>
          </p:cNvPr>
          <p:cNvSpPr>
            <a:spLocks noGrp="1"/>
          </p:cNvSpPr>
          <p:nvPr/>
        </p:nvSpPr>
        <p:spPr>
          <a:xfrm>
            <a:off x="1285875" y="5303279"/>
            <a:ext cx="962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b="0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Τελική</a:t>
            </a:r>
            <a:r>
              <a:rPr sz="142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 επ</a:t>
            </a:r>
            <a:r>
              <a:rPr sz="1425" b="0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ιλογή</a:t>
            </a:r>
            <a:r>
              <a:rPr sz="142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: flat faces π</a:t>
            </a:r>
            <a:r>
              <a:rPr sz="1425" b="0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άνω</a:t>
            </a:r>
            <a:r>
              <a:rPr sz="142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 από </a:t>
            </a:r>
            <a:r>
              <a:rPr sz="1425" b="0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το</a:t>
            </a:r>
            <a:r>
              <a:rPr sz="142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 80ό </a:t>
            </a:r>
            <a:r>
              <a:rPr sz="1425" b="0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εκ</a:t>
            </a:r>
            <a:r>
              <a:rPr sz="142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ατοστημόριο του C και connected components με τουλάχιστον 5 έδρες.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E555CE-EC3A-C0B8-DC83-8431A2434673}"/>
                  </a:ext>
                </a:extLst>
              </p:cNvPr>
              <p:cNvSpPr txBox="1"/>
              <p:nvPr/>
            </p:nvSpPr>
            <p:spPr>
              <a:xfrm>
                <a:off x="1300162" y="1128455"/>
                <a:ext cx="192405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E555CE-EC3A-C0B8-DC83-8431A2434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62" y="1128455"/>
                <a:ext cx="1924050" cy="381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BB8A2855-82DA-98E0-2EBB-A25B4E90E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937" y="1097521"/>
            <a:ext cx="2070120" cy="6190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9203EE-D6BB-1444-A322-793EC8563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783" y="1057192"/>
            <a:ext cx="1779668" cy="63449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3B27194-2466-22D8-EE2F-AC5167D33B15}"/>
              </a:ext>
            </a:extLst>
          </p:cNvPr>
          <p:cNvSpPr txBox="1"/>
          <p:nvPr/>
        </p:nvSpPr>
        <p:spPr>
          <a:xfrm>
            <a:off x="1769156" y="5771333"/>
            <a:ext cx="647856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Γράφος με </a:t>
            </a:r>
            <a:r>
              <a:rPr lang="en-US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nodes</a:t>
            </a:r>
            <a:r>
              <a:rPr lang="el-GR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τα </a:t>
            </a:r>
            <a:r>
              <a:rPr lang="en-US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candidate faces </a:t>
            </a:r>
            <a:r>
              <a:rPr lang="el-GR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και συνδέονται αν μοιράζονται κοινή </a:t>
            </a:r>
            <a:r>
              <a:rPr lang="en-US" sz="13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mesh edge =&gt; DFS</a:t>
            </a:r>
          </a:p>
        </p:txBody>
      </p:sp>
    </p:spTree>
    <p:extLst>
      <p:ext uri="{BB962C8B-B14F-4D97-AF65-F5344CB8AC3E}">
        <p14:creationId xmlns:p14="http://schemas.microsoft.com/office/powerpoint/2010/main" val="778221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97E845-4BB1-4BC8-B04C-B1F7770EB67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EA57E2E-5C30-44F8-A974-EF9E303D54CC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D372A7-783D-4999-B5AC-7FE3BFB82E1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Εντο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πισμός υποψήφιων περιοχών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7156B06-5198-45B4-8732-71A53C8CFDB4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59916D-9267-4817-B85E-E3C2BC43E22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EDB1-5C84-4E5F-BA7C-458258FD1D0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1400641"/>
            <a:ext cx="2571750" cy="22945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F47071-905A-44C1-B1E3-A306BB848D73}"/>
              </a:ext>
            </a:extLst>
          </p:cNvPr>
          <p:cNvSpPr>
            <a:spLocks noGrp="1"/>
          </p:cNvSpPr>
          <p:nvPr/>
        </p:nvSpPr>
        <p:spPr>
          <a:xfrm>
            <a:off x="5238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Feature score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81375" y="1351149"/>
            <a:ext cx="2571750" cy="23935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38C55E-41D0-46A6-A67F-B06B05F37DCF}"/>
              </a:ext>
            </a:extLst>
          </p:cNvPr>
          <p:cNvSpPr>
            <a:spLocks noGrp="1"/>
          </p:cNvSpPr>
          <p:nvPr/>
        </p:nvSpPr>
        <p:spPr>
          <a:xfrm>
            <a:off x="33813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Roughness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38875" y="1359426"/>
            <a:ext cx="2571750" cy="23770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4402306-E12A-4ED2-A488-9C40B9AAC91C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Candidates στο Bunny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096375" y="1716522"/>
            <a:ext cx="2571750" cy="16628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7F88F6F-DD06-439F-9D1D-862601E227FA}"/>
              </a:ext>
            </a:extLst>
          </p:cNvPr>
          <p:cNvSpPr>
            <a:spLocks noGrp="1"/>
          </p:cNvSpPr>
          <p:nvPr/>
        </p:nvSpPr>
        <p:spPr>
          <a:xfrm>
            <a:off x="90963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Candidates στο Teapot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88C3C-8120-45D6-91D8-86BECF202D12}"/>
              </a:ext>
            </a:extLst>
          </p:cNvPr>
          <p:cNvSpPr>
            <a:spLocks noGrp="1"/>
          </p:cNvSpPr>
          <p:nvPr/>
        </p:nvSpPr>
        <p:spPr>
          <a:xfrm>
            <a:off x="-223930" y="467864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7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</a:t>
            </a:r>
            <a:r>
              <a:rPr sz="1725" b="1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ίδι</a:t>
            </a:r>
            <a:r>
              <a:rPr sz="17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α τιμή k καλύπτει μικρότερη φυσική περιοχή σε πυκνά meshes.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9DE5CE-3F47-4AA9-A0BB-052372AACF33}"/>
              </a:ext>
            </a:extLst>
          </p:cNvPr>
          <p:cNvSpPr>
            <a:spLocks noGrp="1"/>
          </p:cNvSpPr>
          <p:nvPr/>
        </p:nvSpPr>
        <p:spPr>
          <a:xfrm>
            <a:off x="395195" y="5154890"/>
            <a:ext cx="8415430" cy="1067823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lnSpcReduction="10000"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Bunny και Armadillo: 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ιο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ομ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αλοί και χωρικά εντοπισμένοι δείκτες.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Teapot: 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το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k=20 κα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λύ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πτει μεγαλύτερο γεωμετρικό τμήμα και οι περιοχές γίνονται εκτεταμένες.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AABB: 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ερικλείει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τη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συνεκτική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π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εριοχή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, α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λλά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δεν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π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εριγράφει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α</a:t>
            </a:r>
            <a:r>
              <a:rPr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κρι</a:t>
            </a:r>
            <a:r>
              <a:rPr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βώς το σχήμα της</a:t>
            </a:r>
            <a:r>
              <a:rPr lang="el-GR"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, προκύπτει απο </a:t>
            </a:r>
            <a:r>
              <a:rPr lang="en-US" sz="1275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min,max</a:t>
            </a:r>
            <a:r>
              <a:rPr lang="en-US"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coordinates</a:t>
            </a:r>
            <a:r>
              <a:rPr lang="el-GR"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των </a:t>
            </a:r>
            <a:r>
              <a:rPr lang="en-US"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vertices </a:t>
            </a:r>
            <a:r>
              <a:rPr lang="el-GR"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της συνεκτικής περιοχής.</a:t>
            </a:r>
            <a:r>
              <a:rPr lang="en-US" sz="1275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endParaRPr lang="el-GR" sz="1275" dirty="0">
              <a:solidFill>
                <a:srgbClr val="1E1E1E"/>
              </a:solidFill>
              <a:latin typeface="Calibri"/>
              <a:ea typeface="Calibri"/>
              <a:cs typeface="Calibri"/>
            </a:endParaRP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endParaRPr sz="1275" dirty="0">
              <a:solidFill>
                <a:srgbClr val="1E1E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52B1F-A8CE-CE12-D92F-616A943580A8}"/>
              </a:ext>
            </a:extLst>
          </p:cNvPr>
          <p:cNvSpPr txBox="1"/>
          <p:nvPr/>
        </p:nvSpPr>
        <p:spPr>
          <a:xfrm>
            <a:off x="9687847" y="5637938"/>
            <a:ext cx="25041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Επίδραση πυκνότητας τριγωνοποίησης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557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B46679B-729A-4545-96FB-D814779765D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2C4EDE6-799D-4C20-B797-C68FC478CBC7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FC667-2024-43AF-8351-ADCFDDF06A14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Laplacian και Taubin smoothing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66FD0CD-0775-4E59-BD97-B170A69B7EE4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24C10A-C9CE-4AA1-AC58-BEEFB870F81F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99D37-5FD8-4B50-9699-A81A0C9682F2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4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3B27A-7CB5-4394-A11D-F7118EBBF1E3}"/>
              </a:ext>
            </a:extLst>
          </p:cNvPr>
          <p:cNvSpPr>
            <a:spLocks noGrp="1"/>
          </p:cNvSpPr>
          <p:nvPr/>
        </p:nvSpPr>
        <p:spPr>
          <a:xfrm>
            <a:off x="619125" y="10001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Laplacian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423D652-622E-4F44-B3FE-08EABA8E1CBB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2476500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90875" y="1115205"/>
            <a:ext cx="5334000" cy="4365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69DC72-3DC1-46D0-A689-0F406758FE56}"/>
              </a:ext>
            </a:extLst>
          </p:cNvPr>
          <p:cNvSpPr>
            <a:spLocks noGrp="1"/>
          </p:cNvSpPr>
          <p:nvPr/>
        </p:nvSpPr>
        <p:spPr>
          <a:xfrm>
            <a:off x="8810625" y="1047750"/>
            <a:ext cx="2762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683" lnSpcReduction="1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Απλό και αποτελεσματικό στη μείωση υψηλών συχνοτήτων, αλλά προκαλεί shrinkage.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25D882-EEA7-42B6-92F0-7234FEA7470B}"/>
              </a:ext>
            </a:extLst>
          </p:cNvPr>
          <p:cNvSpPr>
            <a:spLocks noGrp="1"/>
          </p:cNvSpPr>
          <p:nvPr/>
        </p:nvSpPr>
        <p:spPr>
          <a:xfrm>
            <a:off x="619125" y="21907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Taubin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5B599E5-302A-4388-A83D-47BE24977D53}"/>
              </a:ext>
            </a:extLst>
          </p:cNvPr>
          <p:cNvSpPr>
            <a:spLocks noGrp="1"/>
          </p:cNvSpPr>
          <p:nvPr/>
        </p:nvSpPr>
        <p:spPr>
          <a:xfrm>
            <a:off x="619125" y="2486025"/>
            <a:ext cx="2476500" cy="0"/>
          </a:xfrm>
          <a:prstGeom prst="line">
            <a:avLst/>
          </a:prstGeom>
          <a:noFill/>
          <a:ln w="14288">
            <a:solidFill>
              <a:srgbClr val="357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90875" y="2334303"/>
            <a:ext cx="5334000" cy="3796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22F3B5-3EB4-428C-99A3-A8A054E5EE50}"/>
              </a:ext>
            </a:extLst>
          </p:cNvPr>
          <p:cNvSpPr>
            <a:spLocks noGrp="1"/>
          </p:cNvSpPr>
          <p:nvPr/>
        </p:nvSpPr>
        <p:spPr>
          <a:xfrm>
            <a:off x="8810625" y="2247900"/>
            <a:ext cx="2762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8264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δεύτερο βήμα έχει αντίθετο πρόσημο και αντισταθμίζει τη συστολή.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836123" y="3619500"/>
            <a:ext cx="3757254" cy="20955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572250" y="3653172"/>
            <a:ext cx="3810000" cy="202815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B98A047-E9D3-4CF3-ADCF-31C5D3B0657B}"/>
              </a:ext>
            </a:extLst>
          </p:cNvPr>
          <p:cNvSpPr>
            <a:spLocks noGrp="1"/>
          </p:cNvSpPr>
          <p:nvPr/>
        </p:nvSpPr>
        <p:spPr>
          <a:xfrm>
            <a:off x="1809750" y="57912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Laplacian: έντονη συρρίκνωση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EFFEB-FEBD-4097-B836-F25B58CF6E22}"/>
              </a:ext>
            </a:extLst>
          </p:cNvPr>
          <p:cNvSpPr>
            <a:spLocks noGrp="1"/>
          </p:cNvSpPr>
          <p:nvPr/>
        </p:nvSpPr>
        <p:spPr>
          <a:xfrm>
            <a:off x="6572250" y="57912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Taubin: διατήρηση κλίμακας</a:t>
            </a:r>
          </a:p>
        </p:txBody>
      </p:sp>
    </p:spTree>
    <p:extLst>
      <p:ext uri="{BB962C8B-B14F-4D97-AF65-F5344CB8AC3E}">
        <p14:creationId xmlns:p14="http://schemas.microsoft.com/office/powerpoint/2010/main" val="1257649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168B47D-2C95-4AA3-B96A-C2B392BC8C40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70B3F0C-A57B-4B8A-813F-103FB25063F4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0101E-AB49-4FBA-89BF-9761B36B31FC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Taubin: καλύτερη ισορροπία στο Bunny και στο Teapot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35D85B3-FEA7-4396-961A-AF92161A076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154721-F6C4-4A8C-95C1-1F809C33426D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4AFF2-981A-4427-A1AF-C24AB033D3D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5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9998" y="1095375"/>
            <a:ext cx="2444253" cy="20955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56117" y="1095375"/>
            <a:ext cx="2346017" cy="2095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989D417-030A-467E-9566-A026C325992F}"/>
              </a:ext>
            </a:extLst>
          </p:cNvPr>
          <p:cNvSpPr>
            <a:spLocks noGrp="1"/>
          </p:cNvSpPr>
          <p:nvPr/>
        </p:nvSpPr>
        <p:spPr>
          <a:xfrm>
            <a:off x="523875" y="32194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Laplacian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315222-619C-4B18-A899-50F207A5F789}"/>
              </a:ext>
            </a:extLst>
          </p:cNvPr>
          <p:cNvSpPr>
            <a:spLocks noGrp="1"/>
          </p:cNvSpPr>
          <p:nvPr/>
        </p:nvSpPr>
        <p:spPr>
          <a:xfrm>
            <a:off x="3190875" y="32194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Taubin</a:t>
            </a:r>
          </a:p>
        </p:txBody>
      </p:sp>
      <p:graphicFrame>
        <p:nvGraphicFramePr>
          <p:cNvPr id="26" name="Table 25"/>
          <p:cNvGraphicFramePr/>
          <p:nvPr/>
        </p:nvGraphicFramePr>
        <p:xfrm>
          <a:off x="5953125" y="1066800"/>
          <a:ext cx="5619750" cy="219075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t>Bunny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 surf.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.002196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Laplacian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.001585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.003247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.000754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.001587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1.001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/>
          <p:nvPr/>
        </p:nvGraphicFramePr>
        <p:xfrm>
          <a:off x="5953125" y="3667125"/>
          <a:ext cx="5619750" cy="219075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t>Teapot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 surf.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AABB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.019815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Laplacian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.046966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.069702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.741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12.382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.007275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.014244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1.018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82F646B-89DA-4A01-B260-E0ED2A0D1388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Το Laplacian μειώνει το MSAE, αλλά αυξάνει τις γεωμετρικές αποστάσεις. Το Taubin βελτιώνει και τις δύο κατηγορίες μετρικών.</a:t>
            </a:r>
          </a:p>
        </p:txBody>
      </p:sp>
    </p:spTree>
    <p:extLst>
      <p:ext uri="{BB962C8B-B14F-4D97-AF65-F5344CB8AC3E}">
        <p14:creationId xmlns:p14="http://schemas.microsoft.com/office/powerpoint/2010/main" val="210143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AAB6082-7FBB-43B9-B78B-6F9DFF1FF91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8ED375F-6D89-49E3-BEED-2E102566FFF6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3E919-B2DC-4AAE-BD1C-356DA735421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Feature-aware denoising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B0BF19A-E807-4E3E-A663-57C484A7D3DA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01EF8A-3C04-4D7D-BF61-1B139936006A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106D-BD55-4BE1-8F7B-7FE2A768A90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16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B1D722-6BEE-4416-8117-99666162A2E3}"/>
              </a:ext>
            </a:extLst>
          </p:cNvPr>
          <p:cNvSpPr>
            <a:spLocks noGrp="1"/>
          </p:cNvSpPr>
          <p:nvPr/>
        </p:nvSpPr>
        <p:spPr>
          <a:xfrm>
            <a:off x="714375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Flat / salient</a:t>
            </a:r>
          </a:p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classification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9046113-50D6-41DC-BA64-E7954F38347B}"/>
              </a:ext>
            </a:extLst>
          </p:cNvPr>
          <p:cNvSpPr>
            <a:spLocks noGrp="1"/>
          </p:cNvSpPr>
          <p:nvPr/>
        </p:nvSpPr>
        <p:spPr>
          <a:xfrm>
            <a:off x="3000375" y="1562100"/>
            <a:ext cx="36195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DF72D7-EC3B-4FC0-9498-6177F9D74D2A}"/>
              </a:ext>
            </a:extLst>
          </p:cNvPr>
          <p:cNvSpPr>
            <a:spLocks noGrp="1"/>
          </p:cNvSpPr>
          <p:nvPr/>
        </p:nvSpPr>
        <p:spPr>
          <a:xfrm>
            <a:off x="3524250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F1EDFF"/>
          </a:solidFill>
          <a:ln w="13335">
            <a:solidFill>
              <a:srgbClr val="6D5BD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Patch επιλογή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7AD4643-9C19-474B-B330-4088A821EE48}"/>
              </a:ext>
            </a:extLst>
          </p:cNvPr>
          <p:cNvSpPr>
            <a:spLocks noGrp="1"/>
          </p:cNvSpPr>
          <p:nvPr/>
        </p:nvSpPr>
        <p:spPr>
          <a:xfrm>
            <a:off x="5810250" y="1562100"/>
            <a:ext cx="36195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5B7F8B-93F5-4442-AA60-2AFF043C8EE5}"/>
              </a:ext>
            </a:extLst>
          </p:cNvPr>
          <p:cNvSpPr>
            <a:spLocks noGrp="1"/>
          </p:cNvSpPr>
          <p:nvPr/>
        </p:nvSpPr>
        <p:spPr>
          <a:xfrm>
            <a:off x="6334125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 w="13335">
            <a:solidFill>
              <a:srgbClr val="9A5A16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Normal filtering</a:t>
            </a:r>
          </a:p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×2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4654A1-F355-4D38-B5CD-6FA2455344FE}"/>
              </a:ext>
            </a:extLst>
          </p:cNvPr>
          <p:cNvSpPr>
            <a:spLocks noGrp="1"/>
          </p:cNvSpPr>
          <p:nvPr/>
        </p:nvSpPr>
        <p:spPr>
          <a:xfrm>
            <a:off x="8620125" y="1562100"/>
            <a:ext cx="36195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8B35C1-0137-41F5-B976-E4BA55626F6E}"/>
              </a:ext>
            </a:extLst>
          </p:cNvPr>
          <p:cNvSpPr>
            <a:spLocks noGrp="1"/>
          </p:cNvSpPr>
          <p:nvPr/>
        </p:nvSpPr>
        <p:spPr>
          <a:xfrm>
            <a:off x="9144000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EAF4EC"/>
          </a:solidFill>
          <a:ln w="13335">
            <a:solidFill>
              <a:srgbClr val="3A704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A70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A7040"/>
                </a:solidFill>
                <a:latin typeface="Calibri"/>
                <a:ea typeface="Calibri"/>
                <a:cs typeface="Calibri"/>
              </a:rPr>
              <a:t>Vertex update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067085-E657-40FD-9981-1EB9FA10B199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Smooth faces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7D6D0E-B2F9-4D4D-9872-4B0204FBE543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190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χρήση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του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α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ρχικού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k-NN patch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346CB-84B3-4870-B711-B63F2B735B75}"/>
              </a:ext>
            </a:extLst>
          </p:cNvPr>
          <p:cNvSpPr>
            <a:spLocks noGrp="1"/>
          </p:cNvSpPr>
          <p:nvPr/>
        </p:nvSpPr>
        <p:spPr>
          <a:xfrm>
            <a:off x="3619500" y="26670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Salient faces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957AF7-C592-4F25-9FA6-F517122A3547}"/>
              </a:ext>
            </a:extLst>
          </p:cNvPr>
          <p:cNvSpPr>
            <a:spLocks noGrp="1"/>
          </p:cNvSpPr>
          <p:nvPr/>
        </p:nvSpPr>
        <p:spPr>
          <a:xfrm>
            <a:off x="3396029" y="3136639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επ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ιλογή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συνε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πούς patch</a:t>
            </a:r>
            <a:r>
              <a:rPr lang="en-US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για κάθε </a:t>
            </a:r>
            <a:r>
              <a:rPr lang="en-US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face,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στην ίδια πλευρά της ακμής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4784" y="2276445"/>
            <a:ext cx="4172052" cy="40011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1648446-1DC5-48DA-87BE-3B8BDA7A7E04}"/>
              </a:ext>
            </a:extLst>
          </p:cNvPr>
          <p:cNvSpPr>
            <a:spLocks noGrp="1"/>
          </p:cNvSpPr>
          <p:nvPr/>
        </p:nvSpPr>
        <p:spPr>
          <a:xfrm>
            <a:off x="1578219" y="5792079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</a:t>
            </a:r>
            <a:r>
              <a:rPr sz="1575" b="0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μετ</a:t>
            </a:r>
            <a:r>
              <a:rPr sz="157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ακίνηση γίνεται κυρίως κατά τις φιλτραρισμένες κανονικές, ώστε να περιορίζεται η εφαπτομενική μετατόπιση.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DA8B3C-05F6-90A4-DD4B-663D6FE34234}"/>
              </a:ext>
            </a:extLst>
          </p:cNvPr>
          <p:cNvCxnSpPr>
            <a:cxnSpLocks/>
          </p:cNvCxnSpPr>
          <p:nvPr/>
        </p:nvCxnSpPr>
        <p:spPr>
          <a:xfrm flipV="1">
            <a:off x="2579809" y="2526407"/>
            <a:ext cx="151668" cy="222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B99A235-B9C1-1582-F448-BA6A29CFF883}"/>
              </a:ext>
            </a:extLst>
          </p:cNvPr>
          <p:cNvSpPr txBox="1"/>
          <p:nvPr/>
        </p:nvSpPr>
        <p:spPr>
          <a:xfrm>
            <a:off x="2220058" y="2282854"/>
            <a:ext cx="1304192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7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flat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FBAB13-4CD7-C00D-000B-F4BAD5A7BFB1}"/>
              </a:ext>
            </a:extLst>
          </p:cNvPr>
          <p:cNvCxnSpPr>
            <a:cxnSpLocks/>
          </p:cNvCxnSpPr>
          <p:nvPr/>
        </p:nvCxnSpPr>
        <p:spPr>
          <a:xfrm flipV="1">
            <a:off x="5206511" y="2526407"/>
            <a:ext cx="221274" cy="20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0E3E69E-8D37-C85B-B683-5F6A9AAC6BB4}"/>
              </a:ext>
            </a:extLst>
          </p:cNvPr>
          <p:cNvSpPr txBox="1"/>
          <p:nvPr/>
        </p:nvSpPr>
        <p:spPr>
          <a:xfrm>
            <a:off x="5029933" y="2282854"/>
            <a:ext cx="1304192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7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edge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B9CF1D-063F-D98E-E3E6-DF044324F7DC}"/>
              </a:ext>
            </a:extLst>
          </p:cNvPr>
          <p:cNvSpPr txBox="1"/>
          <p:nvPr/>
        </p:nvSpPr>
        <p:spPr>
          <a:xfrm>
            <a:off x="5158154" y="2835318"/>
            <a:ext cx="1304192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75" b="0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corner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29030A-57D4-3CE7-4F32-FE788382F762}"/>
              </a:ext>
            </a:extLst>
          </p:cNvPr>
          <p:cNvCxnSpPr>
            <a:cxnSpLocks/>
          </p:cNvCxnSpPr>
          <p:nvPr/>
        </p:nvCxnSpPr>
        <p:spPr>
          <a:xfrm>
            <a:off x="5213105" y="2867758"/>
            <a:ext cx="267433" cy="17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8FBB119-E058-5519-45D5-02E56C20FE1E}"/>
              </a:ext>
            </a:extLst>
          </p:cNvPr>
          <p:cNvSpPr/>
          <p:nvPr/>
        </p:nvSpPr>
        <p:spPr>
          <a:xfrm>
            <a:off x="4586654" y="3727938"/>
            <a:ext cx="108438" cy="323101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8300EBD-A5FB-BFD6-4FC7-18274C8C9B4C}"/>
                  </a:ext>
                </a:extLst>
              </p:cNvPr>
              <p:cNvSpPr txBox="1"/>
              <p:nvPr/>
            </p:nvSpPr>
            <p:spPr>
              <a:xfrm>
                <a:off x="1441938" y="4170139"/>
                <a:ext cx="6096000" cy="704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8300EBD-A5FB-BFD6-4FC7-18274C8C9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938" y="4170139"/>
                <a:ext cx="6096000" cy="7048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1BCF47-E3E9-E125-1671-054A3E8847D1}"/>
                  </a:ext>
                </a:extLst>
              </p:cNvPr>
              <p:cNvSpPr txBox="1"/>
              <p:nvPr/>
            </p:nvSpPr>
            <p:spPr>
              <a:xfrm>
                <a:off x="5884985" y="4331768"/>
                <a:ext cx="1693986" cy="530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1BCF47-E3E9-E125-1671-054A3E884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985" y="4331768"/>
                <a:ext cx="1693986" cy="5302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40F3BED3-AB87-F837-A67B-8E06D56BB404}"/>
              </a:ext>
            </a:extLst>
          </p:cNvPr>
          <p:cNvSpPr txBox="1"/>
          <p:nvPr/>
        </p:nvSpPr>
        <p:spPr>
          <a:xfrm>
            <a:off x="6096000" y="4853814"/>
            <a:ext cx="16939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πόσο διαφορετικές είναι η ισχυρότερη και η ασθενέστερη κατεύθυνση της </a:t>
            </a:r>
            <a:r>
              <a:rPr lang="en-US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local normal distribution</a:t>
            </a:r>
            <a:endParaRPr lang="en-US" sz="1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B4C8B70-E4C7-35E5-7CBB-66556BED6DD8}"/>
                  </a:ext>
                </a:extLst>
              </p:cNvPr>
              <p:cNvSpPr txBox="1"/>
              <p:nvPr/>
            </p:nvSpPr>
            <p:spPr>
              <a:xfrm>
                <a:off x="7685210" y="4440471"/>
                <a:ext cx="2299921" cy="302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ba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B4C8B70-E4C7-35E5-7CBB-66556BED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210" y="4440471"/>
                <a:ext cx="2299921" cy="302070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68CF21-8C6B-8312-5CB6-302C148B629F}"/>
                  </a:ext>
                </a:extLst>
              </p:cNvPr>
              <p:cNvSpPr txBox="1"/>
              <p:nvPr/>
            </p:nvSpPr>
            <p:spPr>
              <a:xfrm>
                <a:off x="8135082" y="4711557"/>
                <a:ext cx="169398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Σύγκριση των γωνιών του </a:t>
                </a:r>
                <a:r>
                  <a:rPr lang="en-US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average</a:t>
                </a:r>
                <a:r>
                  <a:rPr lang="el-GR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normal </a:t>
                </a:r>
                <a:r>
                  <a:rPr lang="el-GR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του </a:t>
                </a:r>
                <a:r>
                  <a:rPr lang="en-US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candidate patch </a:t>
                </a:r>
                <a:r>
                  <a:rPr lang="el-GR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με το </a:t>
                </a:r>
                <a:r>
                  <a:rPr lang="en-US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normal </a:t>
                </a:r>
                <a:r>
                  <a:rPr lang="el-GR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του </a:t>
                </a:r>
                <a:r>
                  <a:rPr lang="en-US" sz="10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Times New Roman" panose="02020603050405020304" pitchFamily="18" charset="0"/>
                  </a:rPr>
                  <a:t>central face </a:t>
                </a:r>
                <a14:m>
                  <m:oMath xmlns:m="http://schemas.openxmlformats.org/officeDocument/2006/math">
                    <m:r>
                      <a:rPr lang="en-US" sz="10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l-GR" sz="1000" kern="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sz="10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68CF21-8C6B-8312-5CB6-302C148B6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082" y="4711557"/>
                <a:ext cx="1693985" cy="707886"/>
              </a:xfrm>
              <a:prstGeom prst="rect">
                <a:avLst/>
              </a:prstGeom>
              <a:blipFill>
                <a:blip r:embed="rId8"/>
                <a:stretch>
                  <a:fillRect b="-4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9EAF80A2-5F83-BCB8-FBF2-845319B67EED}"/>
              </a:ext>
            </a:extLst>
          </p:cNvPr>
          <p:cNvSpPr txBox="1"/>
          <p:nvPr/>
        </p:nvSpPr>
        <p:spPr>
          <a:xfrm>
            <a:off x="8043495" y="4050351"/>
            <a:ext cx="3244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Ελέγχει αν το </a:t>
            </a:r>
            <a:r>
              <a:rPr lang="en-US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average normal </a:t>
            </a:r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του </a:t>
            </a:r>
            <a:r>
              <a:rPr lang="en-US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patch </a:t>
            </a:r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είναι </a:t>
            </a:r>
            <a:r>
              <a:rPr lang="en-US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aligned </a:t>
            </a:r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με το </a:t>
            </a:r>
            <a:r>
              <a:rPr lang="en-US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central salient face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9E4865A-9C34-CC96-0996-CAF16B3D0B00}"/>
                  </a:ext>
                </a:extLst>
              </p:cNvPr>
              <p:cNvSpPr txBox="1"/>
              <p:nvPr/>
            </p:nvSpPr>
            <p:spPr>
              <a:xfrm>
                <a:off x="276224" y="4460763"/>
                <a:ext cx="2676526" cy="379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𝑖𝑔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200" i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lim>
                      </m:limLow>
                      <m:r>
                        <a:rPr lang="en-US" sz="1200" i="0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9E4865A-9C34-CC96-0996-CAF16B3D0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4460763"/>
                <a:ext cx="2676526" cy="379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249F862A-B4F2-E4F7-6885-5F29FA6A7EB1}"/>
              </a:ext>
            </a:extLst>
          </p:cNvPr>
          <p:cNvSpPr txBox="1"/>
          <p:nvPr/>
        </p:nvSpPr>
        <p:spPr>
          <a:xfrm>
            <a:off x="662353" y="4875012"/>
            <a:ext cx="2209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για να ελέγξουμε αν υπάρχει κάποιος ασύμβατος γείτονας. </a:t>
            </a:r>
            <a:endParaRPr lang="en-US" sz="1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505F71-FA96-ABE8-B0A8-0640DAA00154}"/>
              </a:ext>
            </a:extLst>
          </p:cNvPr>
          <p:cNvSpPr txBox="1"/>
          <p:nvPr/>
        </p:nvSpPr>
        <p:spPr>
          <a:xfrm>
            <a:off x="3524250" y="4950283"/>
            <a:ext cx="207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/>
              <a:t>Ψάχνω το καλύτερο από τα </a:t>
            </a:r>
            <a:r>
              <a:rPr lang="en-US" sz="1200" dirty="0"/>
              <a:t>patches </a:t>
            </a:r>
            <a:r>
              <a:rPr lang="el-GR" sz="1200" dirty="0"/>
              <a:t>που το περιέχουν 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438B555-3218-C175-C78E-CF802D095CA7}"/>
                  </a:ext>
                </a:extLst>
              </p:cNvPr>
              <p:cNvSpPr txBox="1"/>
              <p:nvPr/>
            </p:nvSpPr>
            <p:spPr>
              <a:xfrm>
                <a:off x="6359403" y="2350497"/>
                <a:ext cx="2475767" cy="1329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</m:acc>
                      </m:e>
                      <m:sub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𝒫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US" sz="1800" b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e>
                          <m:sub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1800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𝒫</m:t>
                                    </m:r>
                                  </m:e>
                                  <m: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  <m:sSub>
                              <m:sSubPr>
                                <m:ctrlPr>
                                  <a:rPr lang="en-US" sz="1800" b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𝐧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sz="18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endParaRPr lang="en-US" kern="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l-GR" sz="1200" b="1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μεταξύ των καλύτερων </a:t>
                </a:r>
                <a:r>
                  <a:rPr lang="en-US" sz="1200" b="1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patches </a:t>
                </a:r>
                <a:r>
                  <a:rPr lang="el-GR" sz="1200" b="1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από ολα τα </a:t>
                </a:r>
                <a:r>
                  <a:rPr lang="en-US" sz="1200" b="1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salient faces</a:t>
                </a:r>
                <a:r>
                  <a:rPr lang="el-GR" sz="1200" b="1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200" b="1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438B555-3218-C175-C78E-CF802D095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03" y="2350497"/>
                <a:ext cx="2475767" cy="1329018"/>
              </a:xfrm>
              <a:prstGeom prst="rect">
                <a:avLst/>
              </a:prstGeom>
              <a:blipFill>
                <a:blip r:embed="rId10"/>
                <a:stretch>
                  <a:fillRect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B396D74B-ABC1-EE4E-BC26-E3BC32FC742E}"/>
              </a:ext>
            </a:extLst>
          </p:cNvPr>
          <p:cNvSpPr txBox="1"/>
          <p:nvPr/>
        </p:nvSpPr>
        <p:spPr>
          <a:xfrm>
            <a:off x="814753" y="5027412"/>
            <a:ext cx="2209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000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για να ελέγξουμε αν υπάρχει κάποιος ασύμβατος γείτονας. </a:t>
            </a:r>
            <a:endParaRPr lang="en-US" sz="1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A70A26-5FDE-F3BB-53A9-8C8CFFCD05EE}"/>
              </a:ext>
            </a:extLst>
          </p:cNvPr>
          <p:cNvSpPr txBox="1"/>
          <p:nvPr/>
        </p:nvSpPr>
        <p:spPr>
          <a:xfrm>
            <a:off x="5833694" y="3812608"/>
            <a:ext cx="22098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Μετρά πόσο μονοκατευθυντική είναι η κατανομή των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normals </a:t>
            </a:r>
            <a:r>
              <a:rPr lang="el-GR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μέσα στο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candidate patch</a:t>
            </a:r>
          </a:p>
        </p:txBody>
      </p:sp>
    </p:spTree>
    <p:extLst>
      <p:ext uri="{BB962C8B-B14F-4D97-AF65-F5344CB8AC3E}">
        <p14:creationId xmlns:p14="http://schemas.microsoft.com/office/powerpoint/2010/main" val="339614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8E88A5-60B8-488E-839D-7B834CBC9DA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7D0F615-9118-4B35-8A35-09F0CCFE5F5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8D4A2-94B0-42E0-BBA9-563E09ABDCD8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Feature-aware: πλεονέκτημα στο πυκνό Bunny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0528287-C097-4068-8171-F296BA56BCF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3B14D3-3AA3-4C12-A534-4CDF765BEC96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40861-CB68-44E6-859D-4BCA556D8EF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7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1237331"/>
            <a:ext cx="3143250" cy="276408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905250" y="1764411"/>
            <a:ext cx="3143250" cy="1709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2C876A-C69A-414A-B472-4965D1B17137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Bunny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096E2-98AD-4712-9E54-778B904DA37A}"/>
              </a:ext>
            </a:extLst>
          </p:cNvPr>
          <p:cNvSpPr>
            <a:spLocks noGrp="1"/>
          </p:cNvSpPr>
          <p:nvPr/>
        </p:nvSpPr>
        <p:spPr>
          <a:xfrm>
            <a:off x="3905250" y="40957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Teapot</a:t>
            </a:r>
          </a:p>
        </p:txBody>
      </p:sp>
      <p:graphicFrame>
        <p:nvGraphicFramePr>
          <p:cNvPr id="25" name="Table 24"/>
          <p:cNvGraphicFramePr/>
          <p:nvPr/>
        </p:nvGraphicFramePr>
        <p:xfrm>
          <a:off x="7334250" y="1190625"/>
          <a:ext cx="4476750" cy="32004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t>Μοντέλο · μέθοδος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dirty="0"/>
                        <a:t>Bunny · 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.000754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.001587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Bunny · F-aware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4.505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.000674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.001924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Teapot · 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12.382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.007275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.014244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.824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Teapot · F-aware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.009531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.018698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1.309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696D379-200C-4B75-B590-705D60059CB3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9525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Στο Bunny η feature-aware μέθοδος δίνει το καλύτερο MSAE και L2 surface error. Στο αραιότερο Teapot, η Taubin παραμένει καλύτερη στις περισσότερες μετρικές.</a:t>
            </a:r>
          </a:p>
        </p:txBody>
      </p:sp>
    </p:spTree>
    <p:extLst>
      <p:ext uri="{BB962C8B-B14F-4D97-AF65-F5344CB8AC3E}">
        <p14:creationId xmlns:p14="http://schemas.microsoft.com/office/powerpoint/2010/main" val="161716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DA07A35-815B-4AD8-B009-57768698E5D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5542528-CC3E-4FFB-A905-05928DDBE626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2767C-C3C1-4334-882D-C64FDB6B314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Remeshing και τοπολογικές αλλοιώσεις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643930-C5E7-40E0-BA7E-454BFCDDABA4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C0334A-0D2E-4E34-A297-E1960D7978A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95FAF7-0C5F-4B85-A43E-7D92A280C16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8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3941" y="1095375"/>
            <a:ext cx="2792618" cy="23812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14410" y="1095375"/>
            <a:ext cx="2763180" cy="23812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60194" y="1095375"/>
            <a:ext cx="2663112" cy="2381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4ED9FD-176C-4D69-9F95-2514E91FFD31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Αρχικό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1D1F6-2C5A-4675-A912-D59158CDD8B2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Isotropic remeshing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B0B3E7-4C41-4E82-9C11-6607AF5CCF95}"/>
              </a:ext>
            </a:extLst>
          </p:cNvPr>
          <p:cNvSpPr>
            <a:spLocks noGrp="1"/>
          </p:cNvSpPr>
          <p:nvPr/>
        </p:nvSpPr>
        <p:spPr>
          <a:xfrm>
            <a:off x="8763000" y="35242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Τοπολογικές οπές</a:t>
            </a:r>
          </a:p>
        </p:txBody>
      </p:sp>
      <p:graphicFrame>
        <p:nvGraphicFramePr>
          <p:cNvPr id="30" name="Table 29"/>
          <p:cNvGraphicFramePr/>
          <p:nvPr/>
        </p:nvGraphicFramePr>
        <p:xfrm>
          <a:off x="1857375" y="4000500"/>
          <a:ext cx="8477250" cy="14630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r>
                        <a:t>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t>Αρχικό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0.047935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t>Remeshed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0.061158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t>Με οπές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0.047959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BCCE7DBF-3B88-44ED-A352-95F4F957AE94}"/>
              </a:ext>
            </a:extLst>
          </p:cNvPr>
          <p:cNvSpPr>
            <a:spLocks noGrp="1"/>
          </p:cNvSpPr>
          <p:nvPr/>
        </p:nvSpPr>
        <p:spPr>
          <a:xfrm>
            <a:off x="1524000" y="5520690"/>
            <a:ext cx="914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b="1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Κάθε</a:t>
            </a:r>
            <a:r>
              <a:rPr sz="14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 παρα</a:t>
            </a:r>
            <a:r>
              <a:rPr sz="1425" b="1" i="0" dirty="0" err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λλ</a:t>
            </a:r>
            <a:r>
              <a:rPr sz="14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αγή συγκρίνεται με το δικό της καθαρό reference πριν από την προσθήκη θορύβου.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F81D0-5760-4936-814D-56C0DC0A4AB4}"/>
              </a:ext>
            </a:extLst>
          </p:cNvPr>
          <p:cNvSpPr>
            <a:spLocks noGrp="1"/>
          </p:cNvSpPr>
          <p:nvPr/>
        </p:nvSpPr>
        <p:spPr>
          <a:xfrm>
            <a:off x="1905000" y="5857875"/>
            <a:ext cx="838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δι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αφορετικό topology δεν έχει νόημα η απευθείας σύγκριση vertex-to-vertex με το αρχικό mesh.</a:t>
            </a:r>
          </a:p>
        </p:txBody>
      </p:sp>
    </p:spTree>
    <p:extLst>
      <p:ext uri="{BB962C8B-B14F-4D97-AF65-F5344CB8AC3E}">
        <p14:creationId xmlns:p14="http://schemas.microsoft.com/office/powerpoint/2010/main" val="176201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9D84CE-8A57-4419-B4EF-25B9278428E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A40D5F9-F4C7-4776-9146-2AD1C4EFA5FB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57C834-037D-4035-9E3F-6D7725C099D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Taubin: η ισχυρότερη γενική baseline μετά τις αλλοιώσεις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37B2AFB-51F3-4D0D-8F04-2561883680BE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7354C1-6518-49C6-AAA0-EFF36733DBFD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449B4-95B8-4778-B57D-9BE39869B97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9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" name="Table 19"/>
          <p:cNvGraphicFramePr/>
          <p:nvPr/>
        </p:nvGraphicFramePr>
        <p:xfrm>
          <a:off x="476250" y="1190625"/>
          <a:ext cx="5429250" cy="2286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Remeshed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7.094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.00398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.01457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.00804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.02138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/>
          <p:nvPr/>
        </p:nvGraphicFramePr>
        <p:xfrm>
          <a:off x="6286500" y="1190625"/>
          <a:ext cx="5429250" cy="2286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Με οπές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.00832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6.708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.00294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.01224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.00789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.00771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5AB66E3-3586-41A5-BB04-334CE30E9308}"/>
              </a:ext>
            </a:extLst>
          </p:cNvPr>
          <p:cNvSpPr>
            <a:spLocks noGrp="1"/>
          </p:cNvSpPr>
          <p:nvPr/>
        </p:nvSpPr>
        <p:spPr>
          <a:xfrm>
            <a:off x="1619250" y="3571875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9934"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feature-aware μέθοδος παραμένει ανταγωνιστική, αλλά η σταθερή γειτονιά k=20 χάνει τοπικότητα μετά το remeshing.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84158" y="4143375"/>
            <a:ext cx="1965934" cy="18097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7326" y="4143375"/>
            <a:ext cx="2055099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94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799A90-7DE0-41E6-AAEA-CF83EE1B788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558DD5-EFF9-4A29-BCA1-8F44BD7ADB5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CA113-54BB-4E32-AA85-B43ACF082264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Μάθηση αντίστροφου θορύβου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07BCF3A-8764-49CE-8AA9-41BA070410D4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28009-D116-43BE-90E2-EBD9B7EEE2E3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2765181" cy="745881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Local point patches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Quaternion Input T-Net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48299D7-4A84-49D3-941C-8DFD9A8EC879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66348" y="2382463"/>
            <a:ext cx="3835027" cy="1972660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C9FF7CB-ADCF-4309-A0C6-5030276E2E6F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7389FB-6E7B-4733-9A6A-C6FBB5FBAB7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11B22F-98B8-41C7-ABCB-4EE6F245227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20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2539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B14075-955A-4F19-97EE-DF64710359F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7340D46-0CE0-405D-9786-8602C18AF51E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0BEA4-2821-4310-9351-6DF8E6B07BCA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Quaternion PointNet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2B06F49-3DCF-4699-B806-2F7B77A4139B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D2B904-A84A-41AC-881B-82CB44E66F5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5441C-0C96-4E9B-8752-9C68EEFA9803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21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53666" y="844238"/>
            <a:ext cx="9043288" cy="46516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974C3D-8407-4146-975C-A376519D0BA9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N×3 patch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97D99-FDDE-4AF2-818F-61F2CCB8CF84}"/>
              </a:ext>
            </a:extLst>
          </p:cNvPr>
          <p:cNvSpPr>
            <a:spLocks noGrp="1"/>
          </p:cNvSpPr>
          <p:nvPr/>
        </p:nvSpPr>
        <p:spPr>
          <a:xfrm>
            <a:off x="4191000" y="55721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shared MLP και max pooling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5919F-AECD-43CA-A948-585F881765F2}"/>
              </a:ext>
            </a:extLst>
          </p:cNvPr>
          <p:cNvSpPr>
            <a:spLocks noGrp="1"/>
          </p:cNvSpPr>
          <p:nvPr/>
        </p:nvSpPr>
        <p:spPr>
          <a:xfrm>
            <a:off x="8096250" y="55721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ένα displacement για το κεντρικό σημείο</a:t>
            </a:r>
          </a:p>
        </p:txBody>
      </p:sp>
    </p:spTree>
    <p:extLst>
      <p:ext uri="{BB962C8B-B14F-4D97-AF65-F5344CB8AC3E}">
        <p14:creationId xmlns:p14="http://schemas.microsoft.com/office/powerpoint/2010/main" val="1847317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28C5BC-B143-2CA1-26C2-697F74B76E1D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502A87B-D7E7-AAFD-32F9-45ADF09C0FE1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BDF75-C116-EF6A-14D0-9D70E5573F49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Quaternion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PointNet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C5D6D33-1A23-F456-D0B6-5E559A645A55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B1C882-8F95-50C4-B755-22B201ADD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3B6A95-BEE8-89A2-9B65-A04402EF9B0E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343DB5-8D55-AE7A-6AAD-08A9316825BA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22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0673E9-E8F3-74E6-C4A0-DA5C70C07D03}"/>
              </a:ext>
            </a:extLst>
          </p:cNvPr>
          <p:cNvSpPr>
            <a:spLocks noGrp="1"/>
          </p:cNvSpPr>
          <p:nvPr/>
        </p:nvSpPr>
        <p:spPr>
          <a:xfrm>
            <a:off x="619125" y="10001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Local patch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E6E8801-E7BA-90AE-D2C7-C9FDE559093C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2286000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C1523D9-9F30-4DF8-5179-BD0AC3C5B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00375" y="1125713"/>
            <a:ext cx="4953000" cy="3679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5AADF72-0CF7-FEAE-389A-66136F586EC5}"/>
              </a:ext>
            </a:extLst>
          </p:cNvPr>
          <p:cNvSpPr>
            <a:spLocks noGrp="1"/>
          </p:cNvSpPr>
          <p:nvPr/>
        </p:nvSpPr>
        <p:spPr>
          <a:xfrm>
            <a:off x="8334375" y="1000125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κεντράρισμ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 αφαιρεί την απόλυτη θέση. Η α</a:t>
            </a:r>
            <a:r>
              <a:rPr sz="13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κτίν</a:t>
            </a:r>
            <a:r>
              <a:rPr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 r προσαρμόζει την κλίμακα του patch.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D9F007-FC15-5AF3-616B-C57ADD216210}"/>
                  </a:ext>
                </a:extLst>
              </p:cNvPr>
              <p:cNvSpPr txBox="1"/>
              <p:nvPr/>
            </p:nvSpPr>
            <p:spPr>
              <a:xfrm>
                <a:off x="571500" y="1409700"/>
                <a:ext cx="2356339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b="0" i="0" smtClean="0">
                        <a:latin typeface="Cambria Math" panose="02040503050406030204" pitchFamily="18" charset="0"/>
                      </a:rPr>
                      <m:t>Ν</m:t>
                    </m:r>
                    <m:r>
                      <a:rPr lang="el-GR" sz="1200" b="0" i="0" smtClean="0">
                        <a:latin typeface="Cambria Math" panose="02040503050406030204" pitchFamily="18" charset="0"/>
                      </a:rPr>
                      <m:t>=64,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kd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tree</m:t>
                    </m:r>
                  </m:oMath>
                </a14:m>
                <a:r>
                  <a:rPr lang="en-US" sz="1200" dirty="0"/>
                  <a:t> </a:t>
                </a:r>
                <a:r>
                  <a:rPr lang="el-GR" sz="1200" dirty="0"/>
                  <a:t>για κάθε 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1300" i="1"/>
                          <m:t>𝑖</m:t>
                        </m:r>
                      </m:sub>
                    </m:sSub>
                  </m:oMath>
                </a14:m>
                <a:r>
                  <a:rPr lang="en-US" sz="1300" dirty="0"/>
                  <a:t> 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FD9F007-FC15-5AF3-616B-C57ADD216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409700"/>
                <a:ext cx="2356339" cy="292388"/>
              </a:xfrm>
              <a:prstGeom prst="rect">
                <a:avLst/>
              </a:prstGeom>
              <a:blipFill>
                <a:blip r:embed="rId4"/>
                <a:stretch>
                  <a:fillRect b="-14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B9E7C9-3134-5862-ADA3-353DA5ED9667}"/>
                  </a:ext>
                </a:extLst>
              </p:cNvPr>
              <p:cNvSpPr txBox="1"/>
              <p:nvPr/>
            </p:nvSpPr>
            <p:spPr>
              <a:xfrm>
                <a:off x="2069122" y="1704480"/>
                <a:ext cx="6096000" cy="53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bar>
                            <m:barPr>
                              <m:pos m:val="top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ba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B9E7C9-3134-5862-ADA3-353DA5ED9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122" y="1704480"/>
                <a:ext cx="6096000" cy="5321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7C20A225-4CEB-355B-8153-33AEBD240D45}"/>
              </a:ext>
            </a:extLst>
          </p:cNvPr>
          <p:cNvSpPr>
            <a:spLocks noGrp="1"/>
          </p:cNvSpPr>
          <p:nvPr/>
        </p:nvSpPr>
        <p:spPr>
          <a:xfrm>
            <a:off x="8334375" y="166179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Κανονικοποίηση </a:t>
            </a:r>
            <a:r>
              <a:rPr lang="en-US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target </a:t>
            </a:r>
            <a:r>
              <a:rPr lang="el-GR" sz="13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 την ίδια ακτίνα</a:t>
            </a:r>
            <a:endParaRPr sz="13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8CFFD6-628B-7FF2-EB7B-35641A62EA37}"/>
                  </a:ext>
                </a:extLst>
              </p:cNvPr>
              <p:cNvSpPr txBox="1"/>
              <p:nvPr/>
            </p:nvSpPr>
            <p:spPr>
              <a:xfrm>
                <a:off x="2391508" y="2602391"/>
                <a:ext cx="634804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  <a:spcAft>
                    <a:spcPts val="1000"/>
                  </a:spcAft>
                  <a:buNone/>
                </a:pPr>
                <a:r>
                  <a:rPr lang="el-GR" sz="1400" dirty="0">
                    <a:solidFill>
                      <a:schemeClr val="accent5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Το κεντράρισμα αφαιρεί την εξάρτηση από την απόλυτη θέση του </a:t>
                </a:r>
                <a:r>
                  <a:rPr lang="en-US" sz="1400" dirty="0">
                    <a:solidFill>
                      <a:schemeClr val="accent5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patch</a:t>
                </a:r>
                <a:r>
                  <a:rPr lang="el-GR" sz="1400" dirty="0">
                    <a:solidFill>
                      <a:schemeClr val="accent5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ενώ η διαίρεση με το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accent5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accent5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accent5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accent5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1400" dirty="0">
                    <a:solidFill>
                      <a:schemeClr val="accent5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επιτρέπει στο δίκτυο να χειρίζεται γειτονιές διαφορετικού φυσικού μεγέθους και διαφορετικής πυκνότητας δειγματοληψίας.</a:t>
                </a:r>
                <a:endParaRPr lang="en-US" sz="1400" dirty="0">
                  <a:solidFill>
                    <a:schemeClr val="accent5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8CFFD6-628B-7FF2-EB7B-35641A62E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508" y="2602391"/>
                <a:ext cx="6348046" cy="738664"/>
              </a:xfrm>
              <a:prstGeom prst="rect">
                <a:avLst/>
              </a:prstGeom>
              <a:blipFill>
                <a:blip r:embed="rId6"/>
                <a:stretch>
                  <a:fillRect l="-288" t="-1653" r="-480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1BBCFDDF-A22F-FBCF-43B2-CDA6845836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79" y="4431346"/>
            <a:ext cx="9057103" cy="168785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40FB089-CF40-AA84-C69D-E6206E6FD80F}"/>
              </a:ext>
            </a:extLst>
          </p:cNvPr>
          <p:cNvSpPr txBox="1"/>
          <p:nvPr/>
        </p:nvSpPr>
        <p:spPr>
          <a:xfrm>
            <a:off x="723900" y="39344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Quaternion Input T-Net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7C1ADB-6199-9062-F2F1-56F620E41E14}"/>
                  </a:ext>
                </a:extLst>
              </p:cNvPr>
              <p:cNvSpPr txBox="1"/>
              <p:nvPr/>
            </p:nvSpPr>
            <p:spPr>
              <a:xfrm>
                <a:off x="5893777" y="3769681"/>
                <a:ext cx="6348046" cy="793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𝑧𝑤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𝑥𝑧</m:t>
                                    </m:r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𝑦𝑤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𝑧𝑤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𝑦𝑧</m:t>
                                    </m:r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𝑥𝑤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𝑥𝑧</m:t>
                                    </m:r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𝑦𝑧</m:t>
                                    </m:r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𝑥𝑤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1−2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7C1ADB-6199-9062-F2F1-56F620E41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777" y="3769681"/>
                <a:ext cx="6348046" cy="7934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992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4324BF7-05B2-4E23-8C50-ED06B8C2990C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88C611-7C61-6EB1-EB24-E9D454E70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A089EC-364D-2F34-4D99-3065880DBCB0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2CF4C-B1C6-6C0B-7EAC-8929D83A090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23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DB122F8-D9BC-E153-6D7A-5E64FD8007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81399" y="380999"/>
                <a:ext cx="3739661" cy="10477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19050" tIns="19050" rIns="19050" bIns="19050" anchor="ctr">
                <a:normAutofit/>
              </a:bodyPr>
              <a:lstStyle/>
              <a:p>
                <a:pPr algn="l">
                  <a:lnSpc>
                    <a:spcPct val="105000"/>
                  </a:lnSpc>
                  <a:buNone/>
                  <a:defRPr sz="2550" b="0" i="0">
                    <a:solidFill>
                      <a:srgbClr val="445EA3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l-GR" sz="2000" b="0" i="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</a:rPr>
                  <a:t>Γιατί όχι </a:t>
                </a:r>
                <a14:m>
                  <m:oMath xmlns:m="http://schemas.openxmlformats.org/officeDocument/2006/math">
                    <m:r>
                      <a:rPr lang="el-GR" sz="20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l-GR" sz="20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sz="20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sz="2000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000" b="0" i="0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ar-AE" sz="2000" b="0" i="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lang="ar-AE" sz="2550" b="0" i="0" dirty="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</a:rPr>
                  <a:t>; 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DB122F8-D9BC-E153-6D7A-5E64FD8007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399" y="380999"/>
                <a:ext cx="3739661" cy="1047742"/>
              </a:xfrm>
              <a:prstGeom prst="rect">
                <a:avLst/>
              </a:prstGeom>
              <a:blipFill>
                <a:blip r:embed="rId3"/>
                <a:stretch>
                  <a:fillRect l="-358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4010F2-0751-098A-E7BA-37E9302E1F6A}"/>
                  </a:ext>
                </a:extLst>
              </p:cNvPr>
              <p:cNvSpPr txBox="1"/>
              <p:nvPr/>
            </p:nvSpPr>
            <p:spPr>
              <a:xfrm>
                <a:off x="2403230" y="376209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𝑆𝑂</m:t>
                      </m:r>
                      <m:d>
                        <m:dPr>
                          <m:ctrlPr>
                            <a:rPr 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4010F2-0751-098A-E7BA-37E9302E1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230" y="3762093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C5E1C1-FA41-FB42-CAB6-301486663F93}"/>
                  </a:ext>
                </a:extLst>
              </p:cNvPr>
              <p:cNvSpPr txBox="1"/>
              <p:nvPr/>
            </p:nvSpPr>
            <p:spPr>
              <a:xfrm>
                <a:off x="2403230" y="4416178"/>
                <a:ext cx="6096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func>
                        <m:funcPr>
                          <m:ctrlPr>
                            <a:rPr 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func>
                      <m:r>
                        <a:rPr lang="en-US" i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C5E1C1-FA41-FB42-CAB6-301486663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230" y="4416178"/>
                <a:ext cx="6096000" cy="403124"/>
              </a:xfrm>
              <a:prstGeom prst="rect">
                <a:avLst/>
              </a:prstGeom>
              <a:blipFill>
                <a:blip r:embed="rId5"/>
                <a:stretch>
                  <a:fillRect t="-1493" b="-19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9E1AB97-9CBD-94A4-9405-FDF529AFAAC2}"/>
              </a:ext>
            </a:extLst>
          </p:cNvPr>
          <p:cNvSpPr txBox="1"/>
          <p:nvPr/>
        </p:nvSpPr>
        <p:spPr>
          <a:xfrm>
            <a:off x="4727329" y="1819223"/>
            <a:ext cx="1611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Shearing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Stretching</a:t>
            </a:r>
          </a:p>
        </p:txBody>
      </p:sp>
    </p:spTree>
    <p:extLst>
      <p:ext uri="{BB962C8B-B14F-4D97-AF65-F5344CB8AC3E}">
        <p14:creationId xmlns:p14="http://schemas.microsoft.com/office/powerpoint/2010/main" val="3690037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34D605-FA80-EC74-68EC-914087D0B073}"/>
                  </a:ext>
                </a:extLst>
              </p:cNvPr>
              <p:cNvSpPr txBox="1"/>
              <p:nvPr/>
            </p:nvSpPr>
            <p:spPr>
              <a:xfrm>
                <a:off x="8150067" y="3709332"/>
                <a:ext cx="3782962" cy="338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1600" i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34D605-FA80-EC74-68EC-914087D0B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067" y="3709332"/>
                <a:ext cx="3782962" cy="338747"/>
              </a:xfrm>
              <a:prstGeom prst="rect">
                <a:avLst/>
              </a:prstGeom>
              <a:blipFill>
                <a:blip r:embed="rId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063C14E-83C5-68B6-0B2A-EB6AD8418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87" y="906027"/>
            <a:ext cx="11381164" cy="1532524"/>
          </a:xfrm>
          <a:prstGeom prst="rect">
            <a:avLst/>
          </a:prstGeom>
        </p:spPr>
      </p:pic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90BEE01-B8B8-C23C-5F94-6BF5E8F4EACD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D8D4A-3A74-1750-468A-2DB0A3E65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6DF6F3-B6B1-93D6-5357-E5C47DEEA7D5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ADD8F4-91E9-EB48-28D2-A5E26C509C39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24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ACEB08-FDBD-9574-525B-6E49EF23F03B}"/>
              </a:ext>
            </a:extLst>
          </p:cNvPr>
          <p:cNvSpPr txBox="1"/>
          <p:nvPr/>
        </p:nvSpPr>
        <p:spPr>
          <a:xfrm>
            <a:off x="781050" y="38099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0" dirty="0">
                <a:solidFill>
                  <a:schemeClr val="accent1">
                    <a:lumMod val="75000"/>
                  </a:schemeClr>
                </a:solidFill>
              </a:rPr>
              <a:t>Main </a:t>
            </a:r>
            <a:r>
              <a:rPr lang="en-US" sz="2200" kern="0" dirty="0" err="1">
                <a:solidFill>
                  <a:schemeClr val="accent1">
                    <a:lumMod val="75000"/>
                  </a:schemeClr>
                </a:solidFill>
              </a:rPr>
              <a:t>PointNet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491B6-983A-6D17-76C0-7560AAC3DA43}"/>
              </a:ext>
            </a:extLst>
          </p:cNvPr>
          <p:cNvSpPr>
            <a:spLocks noGrp="1"/>
          </p:cNvSpPr>
          <p:nvPr/>
        </p:nvSpPr>
        <p:spPr>
          <a:xfrm>
            <a:off x="1469048" y="3627426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94801EB-C7E9-B937-0427-2489BB679C20}"/>
              </a:ext>
            </a:extLst>
          </p:cNvPr>
          <p:cNvSpPr>
            <a:spLocks noGrp="1"/>
          </p:cNvSpPr>
          <p:nvPr/>
        </p:nvSpPr>
        <p:spPr>
          <a:xfrm>
            <a:off x="1469048" y="3922701"/>
            <a:ext cx="2286000" cy="0"/>
          </a:xfrm>
          <a:prstGeom prst="line">
            <a:avLst/>
          </a:prstGeom>
          <a:noFill/>
          <a:ln w="14288">
            <a:solidFill>
              <a:srgbClr val="357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AABCD3-3A7F-EFFD-2121-443B3F18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50298" y="3692847"/>
            <a:ext cx="6191250" cy="44065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0438638-0A56-47B5-9CCF-42A92EFCA73C}"/>
              </a:ext>
            </a:extLst>
          </p:cNvPr>
          <p:cNvSpPr>
            <a:spLocks noGrp="1"/>
          </p:cNvSpPr>
          <p:nvPr/>
        </p:nvSpPr>
        <p:spPr>
          <a:xfrm>
            <a:off x="3993173" y="4865676"/>
            <a:ext cx="6191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Input: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μόνο xyz συντεταγμένες των 64 σημείων.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Supervision: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γνωστή αντιστοίχιση clean και noisy vertex.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Output: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διορθωτική μετατόπιση στο αρχικό orientation και scale.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1ECE02-7325-19B4-83E5-D70800AFEF7C}"/>
              </a:ext>
            </a:extLst>
          </p:cNvPr>
          <p:cNvSpPr txBox="1"/>
          <p:nvPr/>
        </p:nvSpPr>
        <p:spPr>
          <a:xfrm>
            <a:off x="4865077" y="2663656"/>
            <a:ext cx="62718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500" kern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Στο τελευταίο </a:t>
            </a:r>
            <a:r>
              <a:rPr lang="en-US" sz="1500" kern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l-GR" sz="1500" kern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δεν εφαρμόζεται </a:t>
            </a:r>
            <a:r>
              <a:rPr lang="en-US" sz="1500" kern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activation function</a:t>
            </a:r>
            <a:r>
              <a:rPr lang="el-GR" sz="1500" kern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, επειδή η διορθωτική μετατόπιση πρέπει να μπορεί να έχει θετικές ή αρνητικές τιμές σε κάθε άξονα</a:t>
            </a:r>
            <a:endParaRPr lang="en-US" sz="15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166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CF751D-F9EF-4BBC-BFBA-8ED4A628373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04A7058-B631-4D5B-8EB2-7C5458C36A2E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6146B-0C35-4B4C-962D-6F85CA14C9AC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Training και inference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9E404BF-7C6C-428F-8EBB-CDD3E6F8D0F2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023AB1-25A5-4D85-9A9A-119EF383487B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04D2F-57D3-4A9A-BAAB-178C9E1259B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5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5" y="1095375"/>
            <a:ext cx="5334000" cy="4000500"/>
          </a:xfrm>
          <a:prstGeom prst="rect">
            <a:avLst/>
          </a:prstGeom>
        </p:spPr>
      </p:pic>
      <p:graphicFrame>
        <p:nvGraphicFramePr>
          <p:cNvPr id="20" name="Table 19"/>
          <p:cNvGraphicFramePr/>
          <p:nvPr/>
        </p:nvGraphicFramePr>
        <p:xfrm>
          <a:off x="6858000" y="1143000"/>
          <a:ext cx="4714875" cy="4057172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t>Ρύθμιση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Τιμή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Patch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Training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Validation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53,248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Best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Best validation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0.003034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epoch 41, early stopping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FFE6829-B295-4D13-B1AB-88B1F809237C}"/>
              </a:ext>
            </a:extLst>
          </p:cNvPr>
          <p:cNvSpPr>
            <a:spLocks noGrp="1"/>
          </p:cNvSpPr>
          <p:nvPr/>
        </p:nvSpPr>
        <p:spPr>
          <a:xfrm>
            <a:off x="904875" y="53816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Training: Bunny, Teapot, Suzanne, Dolphin, Hand   |   Validation: Dragon, Unicorn   |   Unseen: Armadillo, Flashlight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26334-DCE6-439F-B3B6-9BC3CF6D3C0B}"/>
              </a:ext>
            </a:extLst>
          </p:cNvPr>
          <p:cNvSpPr>
            <a:spLocks noGrp="1"/>
          </p:cNvSpPr>
          <p:nvPr/>
        </p:nvSpPr>
        <p:spPr>
          <a:xfrm>
            <a:off x="1666875" y="585787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1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reported MSE αφορά normalized displacement vectors και δεν ισοδυναμεί με surface distance του τελικού mesh.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902DF2-5441-ADA7-DA16-FFF9121D06F0}"/>
                  </a:ext>
                </a:extLst>
              </p:cNvPr>
              <p:cNvSpPr txBox="1"/>
              <p:nvPr/>
            </p:nvSpPr>
            <p:spPr>
              <a:xfrm>
                <a:off x="5413863" y="-23476"/>
                <a:ext cx="609600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MSE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⋆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Mean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𝑞𝑢𝑎𝑟𝑒𝑑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902DF2-5441-ADA7-DA16-FFF9121D0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863" y="-23476"/>
                <a:ext cx="6096000" cy="8712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295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A3A037-634D-C1D4-A9CD-3E45FB9C027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6D74AF3-3288-BB2C-3F6D-E810169834BE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9C598-31D0-BFF4-B061-523E839F790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Q7: γενίκευση στο unseen Armadillo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FA4F83F-36B0-5CB3-525C-32C5E29D5822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935A45AD-1D9B-79A0-B221-D3750728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35BE735-72CF-DD76-AC50-0FE7159F3710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168F66-4231-15B7-2E2D-21F2622B844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6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" name="Picture 22">
            <a:extLst>
              <a:ext uri="{FF2B5EF4-FFF2-40B4-BE49-F238E27FC236}">
                <a16:creationId xmlns:a16="http://schemas.microsoft.com/office/drawing/2014/main" id="{220261B7-A71F-FE70-2E76-28D3D556D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27426"/>
            <a:ext cx="3476625" cy="221239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87EB71E-AD49-15B1-BC13-8FD1A1C13709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Καθαρό</a:t>
            </a:r>
          </a:p>
        </p:txBody>
      </p:sp>
      <p:pic>
        <p:nvPicPr>
          <p:cNvPr id="21" name="Picture 24">
            <a:extLst>
              <a:ext uri="{FF2B5EF4-FFF2-40B4-BE49-F238E27FC236}">
                <a16:creationId xmlns:a16="http://schemas.microsoft.com/office/drawing/2014/main" id="{13D417D4-A827-77B8-5AB6-0497972E4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38625" y="1227426"/>
            <a:ext cx="3476625" cy="22123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C5EF4B4-3E04-4DCA-F879-105FAE827300}"/>
              </a:ext>
            </a:extLst>
          </p:cNvPr>
          <p:cNvSpPr>
            <a:spLocks noGrp="1"/>
          </p:cNvSpPr>
          <p:nvPr/>
        </p:nvSpPr>
        <p:spPr>
          <a:xfrm>
            <a:off x="423862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Θορυβώδες</a:t>
            </a:r>
          </a:p>
        </p:txBody>
      </p:sp>
      <p:pic>
        <p:nvPicPr>
          <p:cNvPr id="25" name="Picture 26">
            <a:extLst>
              <a:ext uri="{FF2B5EF4-FFF2-40B4-BE49-F238E27FC236}">
                <a16:creationId xmlns:a16="http://schemas.microsoft.com/office/drawing/2014/main" id="{A955303F-FB12-95A7-6DAE-34DBC7F56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53375" y="1227426"/>
            <a:ext cx="3476625" cy="221239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564861A-20FA-75F8-EC0D-8269D38AD0C5}"/>
              </a:ext>
            </a:extLst>
          </p:cNvPr>
          <p:cNvSpPr>
            <a:spLocks noGrp="1"/>
          </p:cNvSpPr>
          <p:nvPr/>
        </p:nvSpPr>
        <p:spPr>
          <a:xfrm>
            <a:off x="79533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Quaternion PointNet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2474FD3-0129-6EDF-7B8F-DAC53391365F}"/>
              </a:ext>
            </a:extLst>
          </p:cNvPr>
          <p:cNvGraphicFramePr/>
          <p:nvPr/>
        </p:nvGraphicFramePr>
        <p:xfrm>
          <a:off x="1857375" y="4333875"/>
          <a:ext cx="8477250" cy="177546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r>
                        <a:t>Μετρική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Feature-aware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MSAE (°)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11.827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4.712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5.417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L2 surface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0.000545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0.000301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0.000315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Hausdorff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0.002689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0.002624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0.002357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AABB 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1.002791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1.000565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0.999866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DCD13E15-D4A0-A103-81E1-CAAABC936169}"/>
              </a:ext>
            </a:extLst>
          </p:cNvPr>
          <p:cNvSpPr>
            <a:spLocks noGrp="1"/>
          </p:cNvSpPr>
          <p:nvPr/>
        </p:nvSpPr>
        <p:spPr>
          <a:xfrm>
            <a:off x="3286125" y="61150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77389" lnSpcReduction="20000"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PointNet μειώνει το MSAE κατά 54.2% και το L2 κατά 42.2%. Η feature-aware μέθοδος παραμένει καλύτερη στο MSAE.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F86F24-0245-D865-68C7-3DD15343F502}"/>
              </a:ext>
            </a:extLst>
          </p:cNvPr>
          <p:cNvSpPr>
            <a:spLocks noGrp="1"/>
          </p:cNvSpPr>
          <p:nvPr/>
        </p:nvSpPr>
        <p:spPr>
          <a:xfrm>
            <a:off x="52387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C43956C-F913-DDEA-4B76-3A73412F4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83876" y="1227426"/>
            <a:ext cx="2156623" cy="221239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E99692D-BE6C-14A0-F526-F2703B50C2CE}"/>
              </a:ext>
            </a:extLst>
          </p:cNvPr>
          <p:cNvSpPr>
            <a:spLocks noGrp="1"/>
          </p:cNvSpPr>
          <p:nvPr/>
        </p:nvSpPr>
        <p:spPr>
          <a:xfrm>
            <a:off x="423862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960DA57-A8A1-5DE6-2BAB-9A7DA1FA8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969723" y="1227426"/>
            <a:ext cx="2014428" cy="221239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2D86E72-C72D-F8FE-9E2B-CFB46DDFD8F2}"/>
              </a:ext>
            </a:extLst>
          </p:cNvPr>
          <p:cNvSpPr>
            <a:spLocks noGrp="1"/>
          </p:cNvSpPr>
          <p:nvPr/>
        </p:nvSpPr>
        <p:spPr>
          <a:xfrm>
            <a:off x="795337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B9F330F-1EDC-D777-D4C6-B242ADE28B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706644" y="1227426"/>
            <a:ext cx="1970088" cy="221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7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64895F-154D-AEC5-0A8E-3AF166CAC31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92FDB5F-9031-C338-6380-5B03F4FFD64C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3DCC0-79BF-371D-AD13-9E735984FBDC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Q7: περιορισμένη βελτίωση στο αραιό Teapot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60AD188-DF96-426C-AD7D-4B967A61305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7185D517-4D62-8246-7513-ED40AB3AF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E6B2C7D-C1FE-099B-D97C-B86D414E3013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EDEA28-3E28-8F18-502C-2D8075B6902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7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" name="Picture 22">
            <a:extLst>
              <a:ext uri="{FF2B5EF4-FFF2-40B4-BE49-F238E27FC236}">
                <a16:creationId xmlns:a16="http://schemas.microsoft.com/office/drawing/2014/main" id="{4AC5C714-2579-A4D9-681E-3013F784E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27426"/>
            <a:ext cx="3476625" cy="221239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EE8752D-1A70-CB39-D856-6DC959E063DF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Καθαρό</a:t>
            </a:r>
          </a:p>
        </p:txBody>
      </p:sp>
      <p:pic>
        <p:nvPicPr>
          <p:cNvPr id="21" name="Picture 24">
            <a:extLst>
              <a:ext uri="{FF2B5EF4-FFF2-40B4-BE49-F238E27FC236}">
                <a16:creationId xmlns:a16="http://schemas.microsoft.com/office/drawing/2014/main" id="{7FDDB3A2-6A67-E89F-52DC-93AE24305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38625" y="1227426"/>
            <a:ext cx="3476625" cy="22123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DA26E8F-92F6-AEEC-D3C8-03C35F0E2307}"/>
              </a:ext>
            </a:extLst>
          </p:cNvPr>
          <p:cNvSpPr>
            <a:spLocks noGrp="1"/>
          </p:cNvSpPr>
          <p:nvPr/>
        </p:nvSpPr>
        <p:spPr>
          <a:xfrm>
            <a:off x="423862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Θορυβώδες</a:t>
            </a:r>
          </a:p>
        </p:txBody>
      </p:sp>
      <p:pic>
        <p:nvPicPr>
          <p:cNvPr id="25" name="Picture 26">
            <a:extLst>
              <a:ext uri="{FF2B5EF4-FFF2-40B4-BE49-F238E27FC236}">
                <a16:creationId xmlns:a16="http://schemas.microsoft.com/office/drawing/2014/main" id="{4069370E-70A7-1495-DE20-ADD92090D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53375" y="1227426"/>
            <a:ext cx="3476625" cy="221239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A5A2693-1773-A9F9-312A-30AF82441337}"/>
              </a:ext>
            </a:extLst>
          </p:cNvPr>
          <p:cNvSpPr>
            <a:spLocks noGrp="1"/>
          </p:cNvSpPr>
          <p:nvPr/>
        </p:nvSpPr>
        <p:spPr>
          <a:xfrm>
            <a:off x="79533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Quaternion PointNet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D483DFF-6E69-C50B-9BCB-9E133D6EB259}"/>
              </a:ext>
            </a:extLst>
          </p:cNvPr>
          <p:cNvGraphicFramePr/>
          <p:nvPr/>
        </p:nvGraphicFramePr>
        <p:xfrm>
          <a:off x="1857375" y="4333875"/>
          <a:ext cx="8477250" cy="177546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r>
                        <a:t>Μετρική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Feature-aware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MSAE (°)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27.341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23.259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25.015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L2 surface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0.012219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0.010652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0.009902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Hausdorff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0.038600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0.041761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0.037007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AABB 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1.031325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E1E1E"/>
                          </a:solidFill>
                          <a:latin typeface="Calibri"/>
                          <a:ea typeface="Calibri"/>
                          <a:cs typeface="Calibri"/>
                        </a:rPr>
                        <a:t>1.014616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1.008692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2DCCBE72-5B3B-956D-95D0-F41ED0E057A6}"/>
              </a:ext>
            </a:extLst>
          </p:cNvPr>
          <p:cNvSpPr>
            <a:spLocks noGrp="1"/>
          </p:cNvSpPr>
          <p:nvPr/>
        </p:nvSpPr>
        <p:spPr>
          <a:xfrm>
            <a:off x="3286125" y="61150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78604" lnSpcReduction="10000"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Teapot ανήκει στο training set. Τα 64 σημεία καλύπτουν μεγαλύτερη φυσική περιοχή και περιορίζουν την τοπικότητα του patch.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C9B106-F2D9-0D22-1BA2-5FADDEA7EC74}"/>
              </a:ext>
            </a:extLst>
          </p:cNvPr>
          <p:cNvSpPr>
            <a:spLocks noGrp="1"/>
          </p:cNvSpPr>
          <p:nvPr/>
        </p:nvSpPr>
        <p:spPr>
          <a:xfrm>
            <a:off x="52387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78DD212-F991-AE86-82AF-51B616AACC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3875" y="1394517"/>
            <a:ext cx="3476625" cy="187821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9FECB7A-D591-D2C1-9B93-0856B6594A99}"/>
              </a:ext>
            </a:extLst>
          </p:cNvPr>
          <p:cNvSpPr>
            <a:spLocks noGrp="1"/>
          </p:cNvSpPr>
          <p:nvPr/>
        </p:nvSpPr>
        <p:spPr>
          <a:xfrm>
            <a:off x="423862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1BB7CD9-4C94-06E3-D442-8D631D04B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38625" y="1406755"/>
            <a:ext cx="3476625" cy="1853741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CF6C5D7-1B7B-5CA0-2992-F7D18B4EE065}"/>
              </a:ext>
            </a:extLst>
          </p:cNvPr>
          <p:cNvSpPr>
            <a:spLocks noGrp="1"/>
          </p:cNvSpPr>
          <p:nvPr/>
        </p:nvSpPr>
        <p:spPr>
          <a:xfrm>
            <a:off x="795337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CEFB414-ABA3-531A-8E32-EC2DB289D9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53375" y="1345107"/>
            <a:ext cx="3476625" cy="197703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DF58131-CD96-D476-ED85-286C0992B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0374D4-AB5A-EB1D-3C05-3CC71A3F7CB0}"/>
              </a:ext>
            </a:extLst>
          </p:cNvPr>
          <p:cNvSpPr>
            <a:spLocks noGrp="1"/>
          </p:cNvSpPr>
          <p:nvPr/>
        </p:nvSpPr>
        <p:spPr>
          <a:xfrm>
            <a:off x="790575" y="4572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 fontScale="97222"/>
          </a:bodyPr>
          <a:lstStyle/>
          <a:p>
            <a:pPr algn="l">
              <a:defRPr sz="180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 ·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95002C-BBE0-9AEE-A664-8126E00DC1B5}"/>
              </a:ext>
            </a:extLst>
          </p:cNvPr>
          <p:cNvSpPr>
            <a:spLocks noGrp="1"/>
          </p:cNvSpPr>
          <p:nvPr/>
        </p:nvSpPr>
        <p:spPr>
          <a:xfrm>
            <a:off x="1285875" y="333375"/>
            <a:ext cx="10287000" cy="552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340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340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Q7: περιορισμένη βελτίωση στο αραιό Teapot</a:t>
            </a:r>
          </a:p>
        </p:txBody>
      </p:sp>
    </p:spTree>
    <p:extLst>
      <p:ext uri="{BB962C8B-B14F-4D97-AF65-F5344CB8AC3E}">
        <p14:creationId xmlns:p14="http://schemas.microsoft.com/office/powerpoint/2010/main" val="3891685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BD1150-2E28-4A94-A911-D0B66D4C5FA4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4C8A7-22F1-45EC-9F11-D22053F945EB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A08B8-1A45-4741-B98B-C5F841387EF0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0670" lnSpcReduction="20000"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Δυναμικά meshes και άγνωστη correspondence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E0D03B4-BB91-4F68-8178-25AE29557A08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1E065-751F-4CFB-A060-3DCE4CF2C58F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Graph Fourier transform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Χρονική low-rank ανάλυση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CPD registration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8CF361C-DAC7-4800-95BB-4092259FD149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753DF58-31B9-45D6-8968-E64A29F1938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BAF47C5-657E-4CB2-8DC6-3302AB74BBE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EBD3F-406B-4C6B-98DB-895D0B47225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8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43343-5904-FB61-C65C-AF96552A9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159" y="806320"/>
            <a:ext cx="3092609" cy="505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16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D7315A2-5975-482E-B142-4A0B6340565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F69B25B-0B66-4CB3-A137-BF31CBF61835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3A925-395B-4A0F-A1C5-47BD4DE8055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Q8: γνωστή αντιστοίχιση μεταξύ καρέ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83D6E83-FCA4-4E84-98C2-3FDCE39B5879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D9C4C6-C792-4536-9379-588C9EEFEC6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5F7E3-6AFB-4CA6-8ADA-15FB18F153B9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9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80FE8F-AD3E-4047-A807-54F277A0D9EF}"/>
              </a:ext>
            </a:extLst>
          </p:cNvPr>
          <p:cNvSpPr>
            <a:spLocks noGrp="1"/>
          </p:cNvSpPr>
          <p:nvPr/>
        </p:nvSpPr>
        <p:spPr>
          <a:xfrm>
            <a:off x="1285875" y="952500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κορυφή i περιγράφει το ίδιο υλικό σημείο σε όλα τα καρέ.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6AA89A-2A04-4BAB-88EB-D60CB5841DE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Κοινό Laplacian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176845E-1A0B-4B4C-91EF-C047BA26ED5B}"/>
              </a:ext>
            </a:extLst>
          </p:cNvPr>
          <p:cNvSpPr>
            <a:spLocks noGrp="1"/>
          </p:cNvSpPr>
          <p:nvPr/>
        </p:nvSpPr>
        <p:spPr>
          <a:xfrm>
            <a:off x="2076450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7E7600-5F1D-4CD7-AD27-6116C81FBDCF}"/>
              </a:ext>
            </a:extLst>
          </p:cNvPr>
          <p:cNvSpPr>
            <a:spLocks noGrp="1"/>
          </p:cNvSpPr>
          <p:nvPr/>
        </p:nvSpPr>
        <p:spPr>
          <a:xfrm>
            <a:off x="2390775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Eigenbasis U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3651117-8390-42E6-97FE-10BE6025BC06}"/>
              </a:ext>
            </a:extLst>
          </p:cNvPr>
          <p:cNvSpPr>
            <a:spLocks noGrp="1"/>
          </p:cNvSpPr>
          <p:nvPr/>
        </p:nvSpPr>
        <p:spPr>
          <a:xfrm>
            <a:off x="4010025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38791F-33D4-4BCC-9038-621FD65C9F82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GFT ανά frame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D3D0B50-7FA4-4CC5-BC56-E60A4F5EDA60}"/>
              </a:ext>
            </a:extLst>
          </p:cNvPr>
          <p:cNvSpPr>
            <a:spLocks noGrp="1"/>
          </p:cNvSpPr>
          <p:nvPr/>
        </p:nvSpPr>
        <p:spPr>
          <a:xfrm>
            <a:off x="5943600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FDE35F-9351-4F77-A472-25A7A00ABD6B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Temporal matrices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71C95A6-184F-495C-9D48-8690E23E9CCE}"/>
              </a:ext>
            </a:extLst>
          </p:cNvPr>
          <p:cNvSpPr>
            <a:spLocks noGrp="1"/>
          </p:cNvSpPr>
          <p:nvPr/>
        </p:nvSpPr>
        <p:spPr>
          <a:xfrm>
            <a:off x="7877175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09EC4F-1541-4351-8CDA-2DD46685260E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Low rank + sparse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3B12775-DC73-4732-8465-3FC13A3EBB7A}"/>
              </a:ext>
            </a:extLst>
          </p:cNvPr>
          <p:cNvSpPr>
            <a:spLocks noGrp="1"/>
          </p:cNvSpPr>
          <p:nvPr/>
        </p:nvSpPr>
        <p:spPr>
          <a:xfrm>
            <a:off x="9810750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9B8D1C-E8BF-4025-B53C-D3420FFAF730}"/>
              </a:ext>
            </a:extLst>
          </p:cNvPr>
          <p:cNvSpPr>
            <a:spLocks noGrp="1"/>
          </p:cNvSpPr>
          <p:nvPr/>
        </p:nvSpPr>
        <p:spPr>
          <a:xfrm>
            <a:off x="10125075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Inverse GFT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9361" y="2846898"/>
            <a:ext cx="4857750" cy="34574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39986" y="2850288"/>
            <a:ext cx="4762500" cy="3389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9A3854-0464-4467-94E4-CE2616AD5127}"/>
              </a:ext>
            </a:extLst>
          </p:cNvPr>
          <p:cNvSpPr>
            <a:spLocks noGrp="1"/>
          </p:cNvSpPr>
          <p:nvPr/>
        </p:nvSpPr>
        <p:spPr>
          <a:xfrm>
            <a:off x="317988" y="4988168"/>
            <a:ext cx="5778012" cy="132635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Κοινό</a:t>
            </a:r>
            <a:r>
              <a:rPr sz="135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topology: 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ίδιο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π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λήθος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vertices και 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ίδιο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face array 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σε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όλ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 τα frames.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High frequencies: 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επ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εξεργάζετ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αι το 0.01% της συνολικής GFT ενέργειας.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RPCA rank: 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5 </a:t>
            </a:r>
            <a:r>
              <a:rPr sz="135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γι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 πλήρεις ακολουθίες, με 20 iterations και soft-thresholding.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Αν</a:t>
            </a:r>
            <a:r>
              <a:rPr sz="1350" b="1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ακατασκευή: </a:t>
            </a:r>
            <a:r>
              <a:rPr sz="135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οι χαμηλές συχνότητες και η συνολική κίνηση διατηρούνται.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6033A4-067E-BCEA-DEDA-74927B168AEA}"/>
                  </a:ext>
                </a:extLst>
              </p:cNvPr>
              <p:cNvSpPr txBox="1"/>
              <p:nvPr/>
            </p:nvSpPr>
            <p:spPr>
              <a:xfrm>
                <a:off x="6062662" y="3459867"/>
                <a:ext cx="3194539" cy="122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sz="1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acc>
                                    <m:r>
                                      <a:rPr lang="en-US" sz="14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𝐸</m:t>
                          </m:r>
                        </m:e>
                        <m:sub>
                          <m:r>
                            <a:rPr lang="en-US" sz="1400" i="1"/>
                            <m:t>𝑥</m:t>
                          </m:r>
                        </m:sub>
                      </m:sSub>
                      <m:r>
                        <a:rPr lang="en-US" sz="1400" i="1"/>
                        <m:t>,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𝐸</m:t>
                          </m:r>
                        </m:e>
                        <m:sub>
                          <m:r>
                            <a:rPr lang="en-US" sz="1400" i="1"/>
                            <m:t>𝑦</m:t>
                          </m:r>
                        </m:sub>
                      </m:sSub>
                      <m:r>
                        <a:rPr lang="en-US" sz="1400" i="1"/>
                        <m:t>,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𝐸</m:t>
                          </m:r>
                        </m:e>
                        <m:sub>
                          <m:r>
                            <a:rPr lang="en-US" sz="1400" i="1"/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6033A4-067E-BCEA-DEDA-74927B168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662" y="3459867"/>
                <a:ext cx="3194539" cy="12272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A906AE1-3463-A3CF-0048-B4E49C253B10}"/>
                  </a:ext>
                </a:extLst>
              </p:cNvPr>
              <p:cNvSpPr txBox="1"/>
              <p:nvPr/>
            </p:nvSpPr>
            <p:spPr>
              <a:xfrm>
                <a:off x="1209307" y="3546097"/>
                <a:ext cx="1725492" cy="489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d>
                          <m:dPr>
                            <m:ctrlPr>
                              <a:rPr lang="en-US" sz="14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sz="1400" i="1" kern="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sz="1400" i="1">
                                <a:effectLst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400" i="1">
                                    <a:effectLst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1400" i="1" kern="0">
                                        <a:effectLst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400" i="1" kern="0">
                                            <a:effectLst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400" i="1" kern="0">
                                            <a:effectLst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400" i="1" kern="0">
                                        <a:effectLst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400" i="1" kern="0">
                                            <a:effectLst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 kern="0">
                                            <a:effectLst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sz="14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400" i="1" kern="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l-GR" sz="14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A906AE1-3463-A3CF-0048-B4E49C253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307" y="3546097"/>
                <a:ext cx="1725492" cy="489301"/>
              </a:xfrm>
              <a:prstGeom prst="rect">
                <a:avLst/>
              </a:prstGeom>
              <a:blipFill>
                <a:blip r:embed="rId7"/>
                <a:stretch>
                  <a:fillRect t="-43750" b="-8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42EB44-8005-8BAA-3E9F-21D811A9E25C}"/>
                  </a:ext>
                </a:extLst>
              </p:cNvPr>
              <p:cNvSpPr txBox="1"/>
              <p:nvPr/>
            </p:nvSpPr>
            <p:spPr>
              <a:xfrm>
                <a:off x="3278797" y="3457149"/>
                <a:ext cx="1858108" cy="633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1200" i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sz="1200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42EB44-8005-8BAA-3E9F-21D811A9E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797" y="3457149"/>
                <a:ext cx="1858108" cy="6333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458653-4DE3-F923-D569-006302483F94}"/>
                  </a:ext>
                </a:extLst>
              </p:cNvPr>
              <p:cNvSpPr txBox="1"/>
              <p:nvPr/>
            </p:nvSpPr>
            <p:spPr>
              <a:xfrm>
                <a:off x="237758" y="3620971"/>
                <a:ext cx="1039690" cy="312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/>
                  <a:t>=?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458653-4DE3-F923-D569-006302483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8" y="3620971"/>
                <a:ext cx="1039690" cy="312521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28E344-E734-627D-DEA4-75568D940337}"/>
                  </a:ext>
                </a:extLst>
              </p:cNvPr>
              <p:cNvSpPr txBox="1"/>
              <p:nvPr/>
            </p:nvSpPr>
            <p:spPr>
              <a:xfrm>
                <a:off x="1339361" y="4257571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2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Διατηρούμε ανέπαφο το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99,99%</m:t>
                    </m:r>
                  </m:oMath>
                </a14:m>
                <a:r>
                  <a:rPr lang="el-GR" sz="1200" kern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της συνολικής φασματικής ενέργειας</a:t>
                </a:r>
                <a:endPara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28E344-E734-627D-DEA4-75568D940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61" y="4257571"/>
                <a:ext cx="3048000" cy="461665"/>
              </a:xfrm>
              <a:prstGeom prst="rect">
                <a:avLst/>
              </a:prstGeom>
              <a:blipFill>
                <a:blip r:embed="rId10"/>
                <a:stretch>
                  <a:fillRect l="-200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520D916E-CFCC-C700-CA5C-8766FB6584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3733" y="3466000"/>
            <a:ext cx="2425825" cy="2044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C57A21-0839-4F64-CC46-077FD0AB2605}"/>
                  </a:ext>
                </a:extLst>
              </p:cNvPr>
              <p:cNvSpPr txBox="1"/>
              <p:nvPr/>
            </p:nvSpPr>
            <p:spPr>
              <a:xfrm>
                <a:off x="9067800" y="5495161"/>
                <a:ext cx="253686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1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sub>
                    </m:sSub>
                    <m:d>
                      <m:dPr>
                        <m:ctrlPr>
                          <a:rPr lang="en-US" sz="11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100" i="1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1100" i="1" kern="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1100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100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sign</m:t>
                        </m:r>
                      </m:fName>
                      <m:e>
                        <m:d>
                          <m:dPr>
                            <m:ctrlPr>
                              <a:rPr lang="en-US" sz="11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sz="1100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100" kern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11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100" i="1" kern="0">
                                    <a:effectLst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100" i="1" kern="0">
                                    <a:effectLst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11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1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  <m:r>
                              <a:rPr lang="en-US" sz="1100" i="1" kern="0">
                                <a:effectLst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r>
                  <a:rPr lang="el-GR" sz="1100" kern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1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C57A21-0839-4F64-CC46-077FD0AB2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800" y="5495161"/>
                <a:ext cx="2536862" cy="261610"/>
              </a:xfrm>
              <a:prstGeom prst="rect">
                <a:avLst/>
              </a:prstGeom>
              <a:blipFill>
                <a:blip r:embed="rId1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D62EF561-336F-9E2F-A663-4AB60FF385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0755" y="5738504"/>
            <a:ext cx="2482978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33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544E3F9-C2C3-421E-83FF-EC3D1C513C0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B39AFFB-D395-49C6-943D-EE59B10DDA7F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782F7-CDA7-4571-B9C1-C632D6D86639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Η χρονική χαμηλόβαθμη ανάλυση μειώνει το σφάλμα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C6D642E-DE3D-4C59-82EC-58801F748312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35C340-4184-49CE-8396-31B28076ECBF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1BE26-2897-47C7-A0BB-21386F39DC8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30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F67D2-8E7C-4FA3-A0D4-24779AB8BF82}"/>
              </a:ext>
            </a:extLst>
          </p:cNvPr>
          <p:cNvSpPr>
            <a:spLocks noGrp="1"/>
          </p:cNvSpPr>
          <p:nvPr/>
        </p:nvSpPr>
        <p:spPr>
          <a:xfrm>
            <a:off x="561975" y="4844562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Clean frame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7F3FB-C0D2-4CF8-B505-B0D6F0F9001E}"/>
              </a:ext>
            </a:extLst>
          </p:cNvPr>
          <p:cNvSpPr>
            <a:spLocks noGrp="1"/>
          </p:cNvSpPr>
          <p:nvPr/>
        </p:nvSpPr>
        <p:spPr>
          <a:xfrm>
            <a:off x="4089947" y="4844562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 dirty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Noisy error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51CC6-F2AB-496F-AD1B-674972D13193}"/>
              </a:ext>
            </a:extLst>
          </p:cNvPr>
          <p:cNvSpPr>
            <a:spLocks noGrp="1"/>
          </p:cNvSpPr>
          <p:nvPr/>
        </p:nvSpPr>
        <p:spPr>
          <a:xfrm>
            <a:off x="7858125" y="4844562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 dirty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Denoised error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BA35F6-E53E-4B77-AE99-9154A40A775C}"/>
              </a:ext>
            </a:extLst>
          </p:cNvPr>
          <p:cNvSpPr>
            <a:spLocks noGrp="1"/>
          </p:cNvSpPr>
          <p:nvPr/>
        </p:nvSpPr>
        <p:spPr>
          <a:xfrm>
            <a:off x="3286125" y="61150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0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Κοινή</a:t>
            </a:r>
            <a:r>
              <a:rPr sz="10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χρωμ</a:t>
            </a:r>
            <a:r>
              <a:rPr sz="105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ατική κλίμακα για noisy και denoised heatmaps.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08A14-2840-C3C6-B0BC-B2879AAF4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10" y="1162504"/>
            <a:ext cx="2615151" cy="3204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BE6A8E-A39E-EC5C-36D1-718981AA7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985" y="1162502"/>
            <a:ext cx="2514673" cy="3204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685842-8A23-57CB-750B-46D2320A9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368" y="1162503"/>
            <a:ext cx="2554026" cy="3204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3F97A9-52E2-3AF2-6D3B-5E70A96BC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056" y="5222621"/>
            <a:ext cx="3016405" cy="40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48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1EF948-2F41-EA43-8162-96B4D411492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181945C-D9DC-809A-9A6D-3229C3A7F2E1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0254-E815-18F4-00DD-B37B0AA3C1D3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Q8: αποτέλεσμα στη δυναμική ακολουθία Swing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FFB7F7C-72AB-96C9-67FD-5F2885DBE5F9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5513EE0A-753E-D6D2-1F03-888C5E722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24DAE6-530E-6AE5-6598-E28FEA2DC5E9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E5E664-2811-46E7-5528-1C08BCCEE5A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31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" name="Picture 22">
            <a:extLst>
              <a:ext uri="{FF2B5EF4-FFF2-40B4-BE49-F238E27FC236}">
                <a16:creationId xmlns:a16="http://schemas.microsoft.com/office/drawing/2014/main" id="{4D851C7B-CCCC-7499-496C-501106FB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27426"/>
            <a:ext cx="3476625" cy="221239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669D806-F54D-650D-21E8-129444A64CD2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Καθαρό frame</a:t>
            </a:r>
          </a:p>
        </p:txBody>
      </p:sp>
      <p:pic>
        <p:nvPicPr>
          <p:cNvPr id="21" name="Picture 24">
            <a:extLst>
              <a:ext uri="{FF2B5EF4-FFF2-40B4-BE49-F238E27FC236}">
                <a16:creationId xmlns:a16="http://schemas.microsoft.com/office/drawing/2014/main" id="{4E7B0A84-05F3-D613-ECFD-C75B7AEC3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38625" y="1227426"/>
            <a:ext cx="3476625" cy="221239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539B461-62C3-8ACA-8C08-E9131879C431}"/>
              </a:ext>
            </a:extLst>
          </p:cNvPr>
          <p:cNvSpPr>
            <a:spLocks noGrp="1"/>
          </p:cNvSpPr>
          <p:nvPr/>
        </p:nvSpPr>
        <p:spPr>
          <a:xfrm>
            <a:off x="423862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Θορυβώδες frame</a:t>
            </a:r>
          </a:p>
        </p:txBody>
      </p:sp>
      <p:pic>
        <p:nvPicPr>
          <p:cNvPr id="25" name="Picture 26">
            <a:extLst>
              <a:ext uri="{FF2B5EF4-FFF2-40B4-BE49-F238E27FC236}">
                <a16:creationId xmlns:a16="http://schemas.microsoft.com/office/drawing/2014/main" id="{BC67D6AE-8AFE-E030-8D8B-65806EA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53375" y="1227426"/>
            <a:ext cx="3476625" cy="221239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D103F11-4C63-03AA-6F2B-111586189D1E}"/>
              </a:ext>
            </a:extLst>
          </p:cNvPr>
          <p:cNvSpPr>
            <a:spLocks noGrp="1"/>
          </p:cNvSpPr>
          <p:nvPr/>
        </p:nvSpPr>
        <p:spPr>
          <a:xfrm>
            <a:off x="79533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Denoised frame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7F5595-06EC-CF90-69A6-BD92D12325A8}"/>
              </a:ext>
            </a:extLst>
          </p:cNvPr>
          <p:cNvSpPr>
            <a:spLocks noGrp="1"/>
          </p:cNvSpPr>
          <p:nvPr/>
        </p:nvSpPr>
        <p:spPr>
          <a:xfrm>
            <a:off x="3286125" y="61150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66818" lnSpcReduction="20000"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Η κοινή τοπολογία επιτρέπει χρονικές μήτρες ανά GFT συνιστώσα. Noisy και denoised heatmaps χρησιμοποιούν κοινή χρωματική κλίμακα.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7D76F2-A30D-5F47-20FB-0C51374EB5A1}"/>
              </a:ext>
            </a:extLst>
          </p:cNvPr>
          <p:cNvSpPr>
            <a:spLocks noGrp="1"/>
          </p:cNvSpPr>
          <p:nvPr/>
        </p:nvSpPr>
        <p:spPr>
          <a:xfrm>
            <a:off x="52387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5846B53-8D9B-70BD-4E91-16008760C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721482" y="1227426"/>
            <a:ext cx="1081410" cy="221239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7DEFDA6-0A3A-6058-C388-199F8BB0B2EB}"/>
              </a:ext>
            </a:extLst>
          </p:cNvPr>
          <p:cNvSpPr>
            <a:spLocks noGrp="1"/>
          </p:cNvSpPr>
          <p:nvPr/>
        </p:nvSpPr>
        <p:spPr>
          <a:xfrm>
            <a:off x="423862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3D3C3E4-D6A3-6434-24DC-731105A581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423051" y="1227426"/>
            <a:ext cx="1107773" cy="221239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1A80A54-3CDD-6227-132F-10EAE89639D8}"/>
              </a:ext>
            </a:extLst>
          </p:cNvPr>
          <p:cNvSpPr>
            <a:spLocks noGrp="1"/>
          </p:cNvSpPr>
          <p:nvPr/>
        </p:nvSpPr>
        <p:spPr>
          <a:xfrm>
            <a:off x="7953375" y="1227426"/>
            <a:ext cx="3476625" cy="221239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DFB469A-0CB3-57D6-1261-13B880F90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113988" y="1227426"/>
            <a:ext cx="1155399" cy="221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06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2AEF83-F42B-4A1D-A3F8-05DB26D4DE7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E7DDC6C-14A4-414E-9FA9-7F6CFA6BDF15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D1C57-34A5-4748-9AEB-D15579459775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Bonus: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χωρίς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α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ντιστοίχιση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κορυφών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F2D0485-9557-4ED0-9677-0A8B86B0F7D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0D6689-CCF4-401D-931E-036D7A6E33B4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ABC4E-9768-4E04-A8F2-5D8D35E84B7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32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37B82C-E5B0-43B7-AE29-32C29D40C515}"/>
              </a:ext>
            </a:extLst>
          </p:cNvPr>
          <p:cNvSpPr>
            <a:spLocks noGrp="1"/>
          </p:cNvSpPr>
          <p:nvPr/>
        </p:nvSpPr>
        <p:spPr>
          <a:xfrm>
            <a:off x="952500" y="8763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Με ανεξάρτητο remeshing, ο δείκτης i δεν περιγράφει πλέον το ίδιο σημείο στα διαδοχικά καρέ.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76474" y="1314450"/>
            <a:ext cx="6380913" cy="46835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25327" y="2816182"/>
            <a:ext cx="5767709" cy="41336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495D387-0645-8580-A3D1-E5B9769479E2}"/>
              </a:ext>
            </a:extLst>
          </p:cNvPr>
          <p:cNvSpPr txBox="1"/>
          <p:nvPr/>
        </p:nvSpPr>
        <p:spPr>
          <a:xfrm>
            <a:off x="1805354" y="2186354"/>
            <a:ext cx="766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E-step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1F0842A-C90B-302D-020F-A69116FC54A4}"/>
                  </a:ext>
                </a:extLst>
              </p:cNvPr>
              <p:cNvSpPr txBox="1"/>
              <p:nvPr/>
            </p:nvSpPr>
            <p:spPr>
              <a:xfrm>
                <a:off x="438150" y="2538798"/>
                <a:ext cx="6025662" cy="1068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sz="15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500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500" i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5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5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5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5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500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5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5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𝑚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5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15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15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5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5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5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sz="15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𝑛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500" i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sz="15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5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5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5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5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5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5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5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500" i="1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5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n-US" sz="15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5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5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sz="15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f>
                            <m:f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den>
                      </m:f>
                      <m:r>
                        <a:rPr lang="en-US" sz="15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1F0842A-C90B-302D-020F-A69116FC5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2538798"/>
                <a:ext cx="6025662" cy="10686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33FB0C5F-FF5B-FD52-7ABF-8AEC2EEEE757}"/>
              </a:ext>
            </a:extLst>
          </p:cNvPr>
          <p:cNvSpPr txBox="1"/>
          <p:nvPr/>
        </p:nvSpPr>
        <p:spPr>
          <a:xfrm>
            <a:off x="8564074" y="2186353"/>
            <a:ext cx="2602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sz="1800" dirty="0">
                <a:solidFill>
                  <a:srgbClr val="FF0000"/>
                </a:solidFill>
              </a:rPr>
              <a:t>-step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1ED567-3D8F-F0E0-7FA3-AF6B1269DF60}"/>
              </a:ext>
            </a:extLst>
          </p:cNvPr>
          <p:cNvSpPr txBox="1"/>
          <p:nvPr/>
        </p:nvSpPr>
        <p:spPr>
          <a:xfrm>
            <a:off x="9067800" y="351365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W=?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151BF33-7995-FBD3-48D2-F6A64D5AD260}"/>
                  </a:ext>
                </a:extLst>
              </p:cNvPr>
              <p:cNvSpPr txBox="1"/>
              <p:nvPr/>
            </p:nvSpPr>
            <p:spPr>
              <a:xfrm>
                <a:off x="2595716" y="3934870"/>
                <a:ext cx="3729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/>
                  <a:t>Πιθανότητα αντιστοίχισης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l-GR" dirty="0"/>
                  <a:t> και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151BF33-7995-FBD3-48D2-F6A64D5AD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16" y="3934870"/>
                <a:ext cx="3729611" cy="369332"/>
              </a:xfrm>
              <a:prstGeom prst="rect">
                <a:avLst/>
              </a:prstGeom>
              <a:blipFill>
                <a:blip r:embed="rId7"/>
                <a:stretch>
                  <a:fillRect l="-147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EE20AA-E213-8018-EAFC-3C67A9474F0D}"/>
                  </a:ext>
                </a:extLst>
              </p:cNvPr>
              <p:cNvSpPr txBox="1"/>
              <p:nvPr/>
            </p:nvSpPr>
            <p:spPr>
              <a:xfrm>
                <a:off x="5051078" y="4654153"/>
                <a:ext cx="6188422" cy="50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i="1">
                              <a:latin typeface="+mn-lt"/>
                            </a:rPr>
                          </m:ctrlPr>
                        </m:borderBoxPr>
                        <m:e>
                          <m:sSubSup>
                            <m:sSubSup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+mn-lt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0">
                                  <a:latin typeface="+mn-lt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0">
                                  <a:latin typeface="+mn-lt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0">
                              <a:latin typeface="+mn-lt"/>
                            </a:rPr>
                            <m:t>→</m:t>
                          </m:r>
                          <m:r>
                            <a:rPr lang="en-US" i="1">
                              <a:latin typeface="+mn-lt"/>
                            </a:rPr>
                            <m:t>𝑃</m:t>
                          </m:r>
                          <m:r>
                            <a:rPr lang="en-US" i="0">
                              <a:latin typeface="+mn-lt"/>
                            </a:rPr>
                            <m:t>→</m:t>
                          </m:r>
                          <m:r>
                            <a:rPr lang="en-US" i="1">
                              <a:latin typeface="+mn-lt"/>
                            </a:rPr>
                            <m:t>𝑊</m:t>
                          </m:r>
                          <m:r>
                            <a:rPr lang="en-US" i="0">
                              <a:latin typeface="+mn-lt"/>
                            </a:rPr>
                            <m:t>→</m:t>
                          </m:r>
                          <m:r>
                            <a:rPr lang="en-US" i="1">
                              <a:latin typeface="+mn-lt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𝑌</m:t>
                              </m:r>
                            </m:e>
                          </m:d>
                          <m:r>
                            <a:rPr lang="en-US" i="0">
                              <a:latin typeface="+mn-lt"/>
                            </a:rPr>
                            <m:t>→</m:t>
                          </m:r>
                          <m:sSubSup>
                            <m:sSubSup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+mn-lt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latin typeface="+mn-lt"/>
                                </a:rPr>
                                <m:t>new</m:t>
                              </m:r>
                            </m:sub>
                            <m:sup>
                              <m:r>
                                <a:rPr lang="en-US" i="0">
                                  <a:latin typeface="+mn-lt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0">
                              <a:latin typeface="+mn-lt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+mn-lt"/>
                            </a:rPr>
                            <m:t>convergence check</m:t>
                          </m:r>
                          <m:r>
                            <a:rPr lang="en-US" i="0">
                              <a:latin typeface="+mn-lt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+mn-lt"/>
                            </a:rPr>
                            <m:t>repeat</m:t>
                          </m:r>
                        </m:e>
                      </m:borderBox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EE20AA-E213-8018-EAFC-3C67A9474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078" y="4654153"/>
                <a:ext cx="6188422" cy="5006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663626F-4FA4-852E-A93B-7B7ABDD73C1C}"/>
                  </a:ext>
                </a:extLst>
              </p:cNvPr>
              <p:cNvSpPr txBox="1"/>
              <p:nvPr/>
            </p:nvSpPr>
            <p:spPr>
              <a:xfrm>
                <a:off x="-267285" y="5518582"/>
                <a:ext cx="6188422" cy="563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  <m:sup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b="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  <m:sSubSup>
                            <m:sSubSup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4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663626F-4FA4-852E-A93B-7B7ABDD73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7285" y="5518582"/>
                <a:ext cx="6188422" cy="5631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6358DE-AE8E-161C-A3B2-FAB446A1A91A}"/>
                  </a:ext>
                </a:extLst>
              </p:cNvPr>
              <p:cNvSpPr txBox="1"/>
              <p:nvPr/>
            </p:nvSpPr>
            <p:spPr>
              <a:xfrm>
                <a:off x="1408215" y="4579552"/>
                <a:ext cx="5138338" cy="654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13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3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3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6358DE-AE8E-161C-A3B2-FAB446A1A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215" y="4579552"/>
                <a:ext cx="5138338" cy="6549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2B5F6BA-9A65-F8B2-5346-4B94F356A6A2}"/>
                  </a:ext>
                </a:extLst>
              </p:cNvPr>
              <p:cNvSpPr txBox="1"/>
              <p:nvPr/>
            </p:nvSpPr>
            <p:spPr>
              <a:xfrm>
                <a:off x="-467524" y="4545092"/>
                <a:ext cx="4791751" cy="698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𝐷𝑀𝑁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2B5F6BA-9A65-F8B2-5346-4B94F356A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7524" y="4545092"/>
                <a:ext cx="4791751" cy="6981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840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858647-A57E-8501-BB4E-E59A6A206E2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19712BA-FEBB-CF50-0783-540DBB743E7B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B6859D-B8E2-5819-46B0-D8B74115E1F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Bonus: χωρίς αντιστοίχιση κορυφών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4F7EAF4-877E-1684-1BA8-CE5CDF0BD7E3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5E0F01-2038-B181-D789-709BD7E3A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BC367E2-2AD6-BA1B-D340-E96E3A69EB4F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984C4E-9FB6-B65B-D733-07CA6B68BC7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33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51B3B9-CAB9-1BF8-000C-199D1A25B3A6}"/>
              </a:ext>
            </a:extLst>
          </p:cNvPr>
          <p:cNvSpPr>
            <a:spLocks noGrp="1"/>
          </p:cNvSpPr>
          <p:nvPr/>
        </p:nvSpPr>
        <p:spPr>
          <a:xfrm>
            <a:off x="952500" y="8763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Με ανεξάρτητο remeshing, ο δείκτης i δεν περιγράφει πλέον το ίδιο σημείο στα διαδοχικά καρέ.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5B7D99-5BBA-1F0F-C7F0-F7E0BC4B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475" y="1190259"/>
            <a:ext cx="8879708" cy="52266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8B66AA-1F34-AB64-6206-A1132419F2D2}"/>
                  </a:ext>
                </a:extLst>
              </p:cNvPr>
              <p:cNvSpPr txBox="1"/>
              <p:nvPr/>
            </p:nvSpPr>
            <p:spPr>
              <a:xfrm>
                <a:off x="9048542" y="1130136"/>
                <a:ext cx="2505283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 smtClean="0"/>
                        <m:t>𝛽</m:t>
                      </m:r>
                      <m:r>
                        <a:rPr lang="en-US" sz="1600" i="0"/>
                        <m:t>=0.90,  </m:t>
                      </m:r>
                      <m:r>
                        <a:rPr lang="en-US" sz="1600" i="1"/>
                        <m:t>𝜆</m:t>
                      </m:r>
                      <m:r>
                        <a:rPr lang="en-US" sz="1600" i="0"/>
                        <m:t>=300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8B66AA-1F34-AB64-6206-A1132419F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542" y="1130136"/>
                <a:ext cx="2505283" cy="368627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226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D8E589C-4FCF-462B-7D26-0101F147EFC1}"/>
              </a:ext>
            </a:extLst>
          </p:cNvPr>
          <p:cNvSpPr>
            <a:spLocks noGrp="1"/>
          </p:cNvSpPr>
          <p:nvPr/>
        </p:nvSpPr>
        <p:spPr>
          <a:xfrm>
            <a:off x="760535" y="2239841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Pipeline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A7D9E-F82A-B82E-C423-5B9887212394}"/>
              </a:ext>
            </a:extLst>
          </p:cNvPr>
          <p:cNvSpPr>
            <a:spLocks noGrp="1"/>
          </p:cNvSpPr>
          <p:nvPr/>
        </p:nvSpPr>
        <p:spPr>
          <a:xfrm>
            <a:off x="760535" y="2763716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Independent remeshing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4C83D28-CD59-A20D-60F7-5629D2457D5C}"/>
              </a:ext>
            </a:extLst>
          </p:cNvPr>
          <p:cNvSpPr>
            <a:spLocks noGrp="1"/>
          </p:cNvSpPr>
          <p:nvPr/>
        </p:nvSpPr>
        <p:spPr>
          <a:xfrm>
            <a:off x="2617910" y="295421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4DFFED-CF27-25A2-248E-1D59EF06A7E0}"/>
              </a:ext>
            </a:extLst>
          </p:cNvPr>
          <p:cNvSpPr>
            <a:spLocks noGrp="1"/>
          </p:cNvSpPr>
          <p:nvPr/>
        </p:nvSpPr>
        <p:spPr>
          <a:xfrm>
            <a:off x="2951285" y="2763716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CPD to canonical frame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6A195F6-F28F-3E4E-0FE7-EBE613A9EED7}"/>
              </a:ext>
            </a:extLst>
          </p:cNvPr>
          <p:cNvSpPr>
            <a:spLocks noGrp="1"/>
          </p:cNvSpPr>
          <p:nvPr/>
        </p:nvSpPr>
        <p:spPr>
          <a:xfrm>
            <a:off x="4808660" y="295421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203A38-2093-061F-5D0E-A45E929F9616}"/>
              </a:ext>
            </a:extLst>
          </p:cNvPr>
          <p:cNvSpPr>
            <a:spLocks noGrp="1"/>
          </p:cNvSpPr>
          <p:nvPr/>
        </p:nvSpPr>
        <p:spPr>
          <a:xfrm>
            <a:off x="5142035" y="2763716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Common topology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8B30D89-7FDC-2282-2C3C-D15CC75F0400}"/>
              </a:ext>
            </a:extLst>
          </p:cNvPr>
          <p:cNvSpPr>
            <a:spLocks noGrp="1"/>
          </p:cNvSpPr>
          <p:nvPr/>
        </p:nvSpPr>
        <p:spPr>
          <a:xfrm>
            <a:off x="6999410" y="295421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CE95D9A-49C5-F744-9C2A-CF2E96A2CED3}"/>
              </a:ext>
            </a:extLst>
          </p:cNvPr>
          <p:cNvSpPr>
            <a:spLocks noGrp="1"/>
          </p:cNvSpPr>
          <p:nvPr/>
        </p:nvSpPr>
        <p:spPr>
          <a:xfrm>
            <a:off x="7332785" y="2763716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Noise + temporal RPCA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AAE106D-FA36-DDA1-0CBA-1FEDEEDFB4DD}"/>
              </a:ext>
            </a:extLst>
          </p:cNvPr>
          <p:cNvSpPr>
            <a:spLocks noGrp="1"/>
          </p:cNvSpPr>
          <p:nvPr/>
        </p:nvSpPr>
        <p:spPr>
          <a:xfrm>
            <a:off x="9190160" y="2954216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4FD7B0A-8FBF-8514-4A1F-91DECEB224E3}"/>
              </a:ext>
            </a:extLst>
          </p:cNvPr>
          <p:cNvSpPr>
            <a:spLocks noGrp="1"/>
          </p:cNvSpPr>
          <p:nvPr/>
        </p:nvSpPr>
        <p:spPr>
          <a:xfrm>
            <a:off x="9523535" y="2763716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dirty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Error heatmap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599D4F-14DA-B9A5-B989-97A1DA0EE78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9FB472-501F-4612-A864-5E77F4951FA7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Bonus: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χωρίς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α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ντιστοίχιση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κορυφών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CD4452-5A49-4F13-E552-553494A4DC8B}"/>
              </a:ext>
            </a:extLst>
          </p:cNvPr>
          <p:cNvSpPr>
            <a:spLocks noGrp="1"/>
          </p:cNvSpPr>
          <p:nvPr/>
        </p:nvSpPr>
        <p:spPr>
          <a:xfrm>
            <a:off x="952500" y="8763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Με ανεξάρτητο remeshing, ο δείκτης i δεν περιγράφει πλέον το ίδιο σημείο στα διαδοχικά καρέ.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DA7A9EC2-D4C7-F5BA-B228-FAB8910CB22D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7" name="Picture 19">
            <a:extLst>
              <a:ext uri="{FF2B5EF4-FFF2-40B4-BE49-F238E27FC236}">
                <a16:creationId xmlns:a16="http://schemas.microsoft.com/office/drawing/2014/main" id="{AFD932FE-611E-6C11-4ECA-E6B39351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925EB0EE-5638-C09C-0085-38049EA95EC1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107EFE-DC58-1692-7CA8-2A22D2F8FB6A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4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1675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44477-67A4-64A5-1DC9-4A153341F2A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328A5CF-B349-EAC0-D436-067144AF4D2F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96543-C4D8-C341-8F81-5EB6E1FB750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Bonus στο Swing: από remeshing σε temporal denoising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AEE0CA3-D963-8303-A85C-60311CD1BAF2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DF52CC57-E6D9-61E6-0A66-104C0301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A09B3C2-BD40-810A-5F9F-D04800F23421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F86168-E671-4316-D08B-759B7A84BF1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5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9745C8E-6857-6FB5-5620-805581E8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397" y="828534"/>
            <a:ext cx="7207620" cy="548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62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BD22F0-96C3-C433-9784-046DFCE9B47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5AC41BB-9DE4-381B-6FC3-29E19CF6070B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A393A-3653-356F-DFDE-21BD51E6704A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Bonus στο Swing: από remeshing σε temporal denoising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F318B81-8F9C-FBC7-8F1B-EB1842C3C2AF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Picture 19">
            <a:extLst>
              <a:ext uri="{FF2B5EF4-FFF2-40B4-BE49-F238E27FC236}">
                <a16:creationId xmlns:a16="http://schemas.microsoft.com/office/drawing/2014/main" id="{9DE47AC4-8F18-EADF-5F6C-B22C8DBE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ED4A79-3043-F0F3-7A8C-689B85558AD0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D6A15D-9599-5E2F-3C8E-5CFBCCAF4DA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</a:t>
            </a:r>
            <a:r>
              <a:rPr lang="en-US" sz="975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6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371D59-060D-EB01-463C-F0311B26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273" y="857250"/>
            <a:ext cx="6612973" cy="552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15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0D6C62-EE49-44A3-AC5B-4D59080F3D19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Βιβλιογραφία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7AAC3C4-D28A-49EC-9F59-9F871AC4A29E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ED61B9-13FD-4B8A-AC2C-F9A02495930B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4FBEE-2297-4E3F-8F8A-01273E482C1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37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9F82B73-46B4-4C29-8B96-06D2EB73484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4762500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B68F4FC-3FD9-4DC4-A943-BE7885B4879A}"/>
              </a:ext>
            </a:extLst>
          </p:cNvPr>
          <p:cNvSpPr>
            <a:spLocks noGrp="1"/>
          </p:cNvSpPr>
          <p:nvPr/>
        </p:nvSpPr>
        <p:spPr>
          <a:xfrm>
            <a:off x="6381750" y="1295400"/>
            <a:ext cx="4953000" cy="0"/>
          </a:xfrm>
          <a:prstGeom prst="line">
            <a:avLst/>
          </a:prstGeom>
          <a:noFill/>
          <a:ln w="14288">
            <a:solidFill>
              <a:srgbClr val="357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F0CCA-4287-457E-8B81-D8554830D69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953000" cy="3943348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55000" lnSpcReduction="20000"/>
          </a:bodyPr>
          <a:lstStyle/>
          <a:p>
            <a:r>
              <a:rPr lang="en-US" b="1" dirty="0"/>
              <a:t>[1]</a:t>
            </a:r>
            <a:r>
              <a:rPr lang="en-US" dirty="0"/>
              <a:t> G. Taubin, “A Signal Processing Approach to Fair Surface Design,” </a:t>
            </a:r>
            <a:r>
              <a:rPr lang="en-US" i="1" dirty="0"/>
              <a:t>Proceedings of SIGGRAPH ’95</a:t>
            </a:r>
            <a:r>
              <a:rPr lang="en-US" dirty="0"/>
              <a:t>, pp. 351–358, 1995. DOI: 10.1145/218380.218473. </a:t>
            </a:r>
            <a:r>
              <a:rPr lang="en-US" u="sng" dirty="0">
                <a:hlinkClick r:id="rId4"/>
              </a:rPr>
              <a:t>DOI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[2]</a:t>
            </a:r>
            <a:r>
              <a:rPr lang="en-US" dirty="0"/>
              <a:t> G. Arvanitis, A. S. Lalos, K. Moustakas, and N. </a:t>
            </a:r>
            <a:r>
              <a:rPr lang="en-US" dirty="0" err="1"/>
              <a:t>Fakotakis</a:t>
            </a:r>
            <a:r>
              <a:rPr lang="en-US" dirty="0"/>
              <a:t>, “Feature Preserving Mesh Denoising Based on Graph Spectral Processing,” 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25, no. 3, pp. 1513–1527, 2019. DOI: 10.1109/TVCG.2018.2802926. </a:t>
            </a:r>
            <a:r>
              <a:rPr lang="en-US" u="sng" dirty="0">
                <a:hlinkClick r:id="rId5"/>
              </a:rPr>
              <a:t>vvr.ece.upatras.gr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[3]</a:t>
            </a:r>
            <a:r>
              <a:rPr lang="en-US" dirty="0"/>
              <a:t> C. R. Qi, H. Su, K. Mo, and L. J. Guibas, “</a:t>
            </a:r>
            <a:r>
              <a:rPr lang="en-US" dirty="0" err="1"/>
              <a:t>PointNet</a:t>
            </a:r>
            <a:r>
              <a:rPr lang="en-US" dirty="0"/>
              <a:t>: Deep Learning on Point Sets for 3D Classification and Segmentation,” </a:t>
            </a:r>
            <a:r>
              <a:rPr lang="en-US" i="1" dirty="0"/>
              <a:t>Proceedings of the IEEE Conference on Computer Vision and Pattern Recognition (CVPR)</a:t>
            </a:r>
            <a:r>
              <a:rPr lang="en-US" dirty="0"/>
              <a:t>, pp. 652–660, 2017. DOI: 10.1109/CVPR.2017.16. </a:t>
            </a:r>
            <a:r>
              <a:rPr lang="en-US" u="sng" dirty="0">
                <a:hlinkClick r:id="rId6"/>
              </a:rPr>
              <a:t>CVF Open Access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[4]</a:t>
            </a:r>
            <a:r>
              <a:rPr lang="en-US" dirty="0"/>
              <a:t> G. Arvanitis, A. S. Lalos, and K. Moustakas, “Denoising of Dynamic 3D Meshes via Low-Rank Spectral Analysis,” </a:t>
            </a:r>
            <a:r>
              <a:rPr lang="en-US" i="1" dirty="0"/>
              <a:t>Computers &amp; Graphics</a:t>
            </a:r>
            <a:r>
              <a:rPr lang="en-US" dirty="0"/>
              <a:t>, vol. 82, pp. 140–151, 2019. DOI: 10.1016/j.cag.2019.05.017. </a:t>
            </a:r>
            <a:r>
              <a:rPr lang="en-US" u="sng" dirty="0">
                <a:hlinkClick r:id="rId7"/>
              </a:rPr>
              <a:t>ScienceDirect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[5]</a:t>
            </a:r>
            <a:r>
              <a:rPr lang="en-US" dirty="0"/>
              <a:t> E. J. </a:t>
            </a:r>
            <a:r>
              <a:rPr lang="en-US" dirty="0" err="1"/>
              <a:t>Candès</a:t>
            </a:r>
            <a:r>
              <a:rPr lang="en-US" dirty="0"/>
              <a:t>, X. Li, Y. Ma, and J. Wright, “Robust Principal Component Analysis?,” </a:t>
            </a:r>
            <a:r>
              <a:rPr lang="en-US" i="1" dirty="0"/>
              <a:t>Journal of the ACM</a:t>
            </a:r>
            <a:r>
              <a:rPr lang="en-US" dirty="0"/>
              <a:t>, vol. 58, no. 3, Article 11, pp. 1–37, 2011. DOI: 10.1145/1970392.1970395. </a:t>
            </a:r>
            <a:r>
              <a:rPr lang="en-US" u="sng" dirty="0">
                <a:hlinkClick r:id="rId8"/>
              </a:rPr>
              <a:t>DBLP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[6]</a:t>
            </a:r>
            <a:r>
              <a:rPr lang="en-US" dirty="0"/>
              <a:t> A. </a:t>
            </a:r>
            <a:r>
              <a:rPr lang="en-US" dirty="0" err="1"/>
              <a:t>Myronenko</a:t>
            </a:r>
            <a:r>
              <a:rPr lang="en-US" dirty="0"/>
              <a:t> and X. Song, “Point Set Registration: Coherent Point Drift,” </a:t>
            </a:r>
            <a:r>
              <a:rPr lang="en-US" i="1" dirty="0"/>
              <a:t>IEEE Transactions on Pattern Analysis and Machine Intelligence</a:t>
            </a:r>
            <a:r>
              <a:rPr lang="en-US" dirty="0"/>
              <a:t>, vol. 32, no. 12, pp. 2262–2275, 2010. DOI: 10.1109/TPAMI.2010.46. </a:t>
            </a:r>
            <a:r>
              <a:rPr lang="en-US" u="sng" dirty="0">
                <a:hlinkClick r:id="rId9"/>
              </a:rPr>
              <a:t>PubMed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[7]</a:t>
            </a:r>
            <a:r>
              <a:rPr lang="en-US" dirty="0"/>
              <a:t> D. Vlasic, I. Baran, W. Matusik, and J. Popović, “Articulated Mesh Animation from Multi-view Silhouettes,” </a:t>
            </a:r>
            <a:r>
              <a:rPr lang="en-US" i="1" dirty="0"/>
              <a:t>ACM Transactions on Graphics</a:t>
            </a:r>
            <a:r>
              <a:rPr lang="en-US" dirty="0"/>
              <a:t>, vol. 27, no. 3, Article 97, pp. 97:1–97:9, 2008. DOI: 10.1145/1360612.1360696. </a:t>
            </a:r>
            <a:r>
              <a:rPr lang="en-US" u="sng" dirty="0">
                <a:hlinkClick r:id="rId10"/>
              </a:rPr>
              <a:t>CDFG, MIT CSAIL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[8]</a:t>
            </a:r>
            <a:r>
              <a:rPr lang="en-US" dirty="0"/>
              <a:t> M. Garland and P. S. Heckbert, “Surface Simplification Using Quadric Error Metrics,” </a:t>
            </a:r>
            <a:r>
              <a:rPr lang="en-US" i="1" dirty="0"/>
              <a:t>Proceedings of SIGGRAPH ’97</a:t>
            </a:r>
            <a:r>
              <a:rPr lang="en-US" dirty="0"/>
              <a:t>, pp. 209–216, 1997. DOI: 10.1145/258734.258849. </a:t>
            </a:r>
            <a:r>
              <a:rPr lang="en-US" u="sng" dirty="0">
                <a:hlinkClick r:id="rId11"/>
              </a:rPr>
              <a:t>DOI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33A64-E066-4CC0-9682-E40D6C54721E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4953000" cy="3591172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55000" lnSpcReduction="20000"/>
          </a:bodyPr>
          <a:lstStyle/>
          <a:p>
            <a:r>
              <a:rPr lang="en-US" b="1" dirty="0"/>
              <a:t>[9]</a:t>
            </a:r>
            <a:r>
              <a:rPr lang="en-US" dirty="0"/>
              <a:t> P. </a:t>
            </a:r>
            <a:r>
              <a:rPr lang="en-US" dirty="0" err="1"/>
              <a:t>Cignoni</a:t>
            </a:r>
            <a:r>
              <a:rPr lang="en-US" dirty="0"/>
              <a:t>, C. </a:t>
            </a:r>
            <a:r>
              <a:rPr lang="en-US" dirty="0" err="1"/>
              <a:t>Rocchini</a:t>
            </a:r>
            <a:r>
              <a:rPr lang="en-US" dirty="0"/>
              <a:t>, and R. </a:t>
            </a:r>
            <a:r>
              <a:rPr lang="en-US" dirty="0" err="1"/>
              <a:t>Scopigno</a:t>
            </a:r>
            <a:r>
              <a:rPr lang="en-US" dirty="0"/>
              <a:t>, “Metro: Measuring Error on Simplified Surfaces,” </a:t>
            </a:r>
            <a:r>
              <a:rPr lang="en-US" i="1" dirty="0"/>
              <a:t>Computer Graphics Forum</a:t>
            </a:r>
            <a:r>
              <a:rPr lang="en-US" dirty="0"/>
              <a:t>, vol. 17, no. 2, pp. 167–174, 1998. DOI: 10.1111/1467-8659.00236. </a:t>
            </a:r>
            <a:r>
              <a:rPr lang="en-US" u="sng" dirty="0">
                <a:hlinkClick r:id="rId12"/>
              </a:rPr>
              <a:t>Wiley Online Library</a:t>
            </a:r>
            <a:endParaRPr lang="en-US" u="sng" dirty="0"/>
          </a:p>
          <a:p>
            <a:r>
              <a:rPr lang="en-US" u="sng" dirty="0"/>
              <a:t>`</a:t>
            </a:r>
            <a:endParaRPr lang="en-US" dirty="0"/>
          </a:p>
          <a:p>
            <a:r>
              <a:rPr lang="en-US" b="1" dirty="0"/>
              <a:t>[10]</a:t>
            </a:r>
            <a:r>
              <a:rPr lang="en-US" dirty="0"/>
              <a:t> Q.-Y. Zhou, J. Park, and V. Koltun, “Open3D: A Modern Library for 3D Data Processing,” </a:t>
            </a:r>
            <a:r>
              <a:rPr lang="en-US" i="1" dirty="0"/>
              <a:t>arXiv:1801.09847</a:t>
            </a:r>
            <a:r>
              <a:rPr lang="en-US" dirty="0"/>
              <a:t>, 2018. </a:t>
            </a:r>
            <a:r>
              <a:rPr lang="en-US" u="sng" dirty="0" err="1">
                <a:hlinkClick r:id="rId13"/>
              </a:rPr>
              <a:t>arXiv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[11]</a:t>
            </a:r>
            <a:r>
              <a:rPr lang="en-US" dirty="0"/>
              <a:t> P. </a:t>
            </a:r>
            <a:r>
              <a:rPr lang="en-US" dirty="0" err="1"/>
              <a:t>Cignoni</a:t>
            </a:r>
            <a:r>
              <a:rPr lang="en-US" dirty="0"/>
              <a:t>, M. </a:t>
            </a:r>
            <a:r>
              <a:rPr lang="en-US" dirty="0" err="1"/>
              <a:t>Callieri</a:t>
            </a:r>
            <a:r>
              <a:rPr lang="en-US" dirty="0"/>
              <a:t>, M. Corsini, M. </a:t>
            </a:r>
            <a:r>
              <a:rPr lang="en-US" dirty="0" err="1"/>
              <a:t>Dellepiane</a:t>
            </a:r>
            <a:r>
              <a:rPr lang="en-US" dirty="0"/>
              <a:t>, F. </a:t>
            </a:r>
            <a:r>
              <a:rPr lang="en-US" dirty="0" err="1"/>
              <a:t>Ganovelli</a:t>
            </a:r>
            <a:r>
              <a:rPr lang="en-US" dirty="0"/>
              <a:t>, and G. </a:t>
            </a:r>
            <a:r>
              <a:rPr lang="en-US" dirty="0" err="1"/>
              <a:t>Ranzuglia</a:t>
            </a:r>
            <a:r>
              <a:rPr lang="en-US" dirty="0"/>
              <a:t>, “MeshLab: an Open-Source Mesh Processing Tool,” </a:t>
            </a:r>
            <a:r>
              <a:rPr lang="en-US" i="1" dirty="0"/>
              <a:t>Sixth </a:t>
            </a:r>
            <a:r>
              <a:rPr lang="en-US" i="1" dirty="0" err="1"/>
              <a:t>Eurographics</a:t>
            </a:r>
            <a:r>
              <a:rPr lang="en-US" i="1" dirty="0"/>
              <a:t> Italian Chapter Conference</a:t>
            </a:r>
            <a:r>
              <a:rPr lang="en-US" dirty="0"/>
              <a:t>, pp. 129–136, 2008. DOI: 10.2312/</a:t>
            </a:r>
            <a:r>
              <a:rPr lang="en-US" dirty="0" err="1"/>
              <a:t>LocalChapterEvents</a:t>
            </a:r>
            <a:r>
              <a:rPr lang="en-US" dirty="0"/>
              <a:t>/</a:t>
            </a:r>
            <a:r>
              <a:rPr lang="en-US" dirty="0" err="1"/>
              <a:t>ItalChap</a:t>
            </a:r>
            <a:r>
              <a:rPr lang="en-US" dirty="0"/>
              <a:t>/ItalianChapConf2008/129-136. </a:t>
            </a:r>
            <a:r>
              <a:rPr lang="en-US" u="sng" dirty="0">
                <a:hlinkClick r:id="rId14"/>
              </a:rPr>
              <a:t>GitHub</a:t>
            </a:r>
            <a:endParaRPr lang="en-US" u="sng" dirty="0"/>
          </a:p>
          <a:p>
            <a:endParaRPr lang="en-US" dirty="0"/>
          </a:p>
          <a:p>
            <a:r>
              <a:rPr lang="en-US" b="1" dirty="0"/>
              <a:t>[12]</a:t>
            </a:r>
            <a:r>
              <a:rPr lang="en-US" dirty="0"/>
              <a:t> University of Patras, Department of Electrical and Computer Engineering, “Project 3: Mesh Denoising,” </a:t>
            </a:r>
            <a:r>
              <a:rPr lang="en-US" i="1" dirty="0"/>
              <a:t>3D Computational Geometry and Computer Vision</a:t>
            </a:r>
            <a:r>
              <a:rPr lang="en-US" dirty="0"/>
              <a:t>, Academic Year 2025–2026.</a:t>
            </a:r>
          </a:p>
          <a:p>
            <a:endParaRPr lang="en-US" dirty="0"/>
          </a:p>
          <a:p>
            <a:r>
              <a:rPr lang="en-US" b="1" dirty="0"/>
              <a:t>[13]</a:t>
            </a:r>
            <a:r>
              <a:rPr lang="en-US" dirty="0"/>
              <a:t> P. Guerrero, Y. Kleiman, M. </a:t>
            </a:r>
            <a:r>
              <a:rPr lang="en-US" dirty="0" err="1"/>
              <a:t>Ovsjanikov</a:t>
            </a:r>
            <a:r>
              <a:rPr lang="en-US" dirty="0"/>
              <a:t>, and N. J. Mitra, “</a:t>
            </a:r>
            <a:r>
              <a:rPr lang="en-US" dirty="0" err="1"/>
              <a:t>PCPNet</a:t>
            </a:r>
            <a:r>
              <a:rPr lang="en-US" dirty="0"/>
              <a:t>: Learning Local Shape Properties from Raw Point Clouds,” Computer Graphics Forum, vol. 37, no. 2, pp. 75–85, 2018. DOI: 10.1111/cgf.13343.</a:t>
            </a:r>
          </a:p>
          <a:p>
            <a:endParaRPr lang="en-US" dirty="0"/>
          </a:p>
          <a:p>
            <a:r>
              <a:rPr lang="en-US" b="1" dirty="0"/>
              <a:t>[14]</a:t>
            </a:r>
            <a:r>
              <a:rPr lang="en-US" dirty="0"/>
              <a:t> M.-J. </a:t>
            </a:r>
            <a:r>
              <a:rPr lang="en-US" dirty="0" err="1"/>
              <a:t>Rakotosaona</a:t>
            </a:r>
            <a:r>
              <a:rPr lang="en-US" dirty="0"/>
              <a:t>, V. La Barbera, P. Guerrero, N. J. Mitra, and M. </a:t>
            </a:r>
            <a:r>
              <a:rPr lang="en-US" dirty="0" err="1"/>
              <a:t>Ovsjanikov</a:t>
            </a:r>
            <a:r>
              <a:rPr lang="en-US" dirty="0"/>
              <a:t>, “</a:t>
            </a:r>
            <a:r>
              <a:rPr lang="en-US" dirty="0" err="1"/>
              <a:t>PointCleanNet</a:t>
            </a:r>
            <a:r>
              <a:rPr lang="en-US" dirty="0"/>
              <a:t>: Learning to Denoise and Remove Outliers from Dense Point Clouds,” Computer Graphics Forum, vol. 39, no. 1, pp. 185–203, 2020. DOI: 10.1111/cgf.13753.</a:t>
            </a:r>
          </a:p>
          <a:p>
            <a:endParaRPr lang="en-US" dirty="0"/>
          </a:p>
          <a:p>
            <a:r>
              <a:rPr lang="en-US" b="1" dirty="0"/>
              <a:t>[15]</a:t>
            </a:r>
            <a:r>
              <a:rPr lang="en-US" dirty="0"/>
              <a:t> W. Yuan, D. Held, C. Mertz, and M. Hebert, “Iterative Transformer Network for 3D Point Cloud,” </a:t>
            </a:r>
            <a:r>
              <a:rPr lang="en-US" dirty="0" err="1"/>
              <a:t>arXiv</a:t>
            </a:r>
            <a:r>
              <a:rPr lang="en-US" dirty="0"/>
              <a:t> preprint arXiv:1811.11209, 2018, revised 2019. DOI: 10.48550/arXiv.1811.11209.</a:t>
            </a:r>
          </a:p>
          <a:p>
            <a:endParaRPr lang="en-US" dirty="0"/>
          </a:p>
          <a:p>
            <a:r>
              <a:rPr lang="en-US" b="1" dirty="0"/>
              <a:t>[16]</a:t>
            </a:r>
            <a:r>
              <a:rPr lang="en-US" dirty="0"/>
              <a:t> K. Shoemake, “Uniform Random Rotations,” in Graphics Gems III, D. Kirk, Ed. San Diego, CA, USA: Academic Press Professional, 1992, pp. 124–132.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41E7D9-0A2F-4C6C-9DBE-FDFF9EC619BC}"/>
              </a:ext>
            </a:extLst>
          </p:cNvPr>
          <p:cNvSpPr>
            <a:spLocks noGrp="1"/>
          </p:cNvSpPr>
          <p:nvPr/>
        </p:nvSpPr>
        <p:spPr>
          <a:xfrm>
            <a:off x="1619250" y="5857875"/>
            <a:ext cx="8953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 i="1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endParaRPr sz="1125" b="0" i="1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2959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AB3823-84A1-46E5-932C-5BC6B86E32A2}"/>
              </a:ext>
            </a:extLst>
          </p:cNvPr>
          <p:cNvSpPr>
            <a:spLocks noGrp="1"/>
          </p:cNvSpPr>
          <p:nvPr/>
        </p:nvSpPr>
        <p:spPr>
          <a:xfrm>
            <a:off x="5810250" y="200025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7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37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Ευχαριστώ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0904329-060A-487C-B28F-87BC603F56EE}"/>
              </a:ext>
            </a:extLst>
          </p:cNvPr>
          <p:cNvSpPr>
            <a:spLocks noGrp="1"/>
          </p:cNvSpPr>
          <p:nvPr/>
        </p:nvSpPr>
        <p:spPr>
          <a:xfrm>
            <a:off x="7143750" y="2876550"/>
            <a:ext cx="19050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E56907-B4D8-43A0-9F1C-E411145FF256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Ερωτήσεις;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58100" y="4619625"/>
            <a:ext cx="876300" cy="876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F664CE-AF89-40DD-8803-D2FB4399C6AD}"/>
              </a:ext>
            </a:extLst>
          </p:cNvPr>
          <p:cNvSpPr>
            <a:spLocks noGrp="1"/>
          </p:cNvSpPr>
          <p:nvPr/>
        </p:nvSpPr>
        <p:spPr>
          <a:xfrm>
            <a:off x="6191250" y="5762625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Μάριος Ιωάννης Παπαδόπουλος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EB27A9-F914-9FF9-3AD1-9D5FAAE04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91" y="1228528"/>
            <a:ext cx="3600635" cy="382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944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Mesh Denoising Academic">
      <a:dk1>
        <a:srgbClr val="000000"/>
      </a:dk1>
      <a:lt1>
        <a:srgbClr val="FFFFFF"/>
      </a:lt1>
      <a:dk2>
        <a:srgbClr val="1E1E1E"/>
      </a:dk2>
      <a:lt2>
        <a:srgbClr val="E4E7EC"/>
      </a:lt2>
      <a:accent1>
        <a:srgbClr val="445EA3"/>
      </a:accent1>
      <a:accent2>
        <a:srgbClr val="6D5BD0"/>
      </a:accent2>
      <a:accent3>
        <a:srgbClr val="357E80"/>
      </a:accent3>
      <a:accent4>
        <a:srgbClr val="F2A33A"/>
      </a:accent4>
      <a:accent5>
        <a:srgbClr val="59A14F"/>
      </a:accent5>
      <a:accent6>
        <a:srgbClr val="A64337"/>
      </a:accent6>
      <a:hlink>
        <a:srgbClr val="445EA3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sh Denoising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Mesh Denoising Academic">
      <a:dk1>
        <a:srgbClr val="000000"/>
      </a:dk1>
      <a:lt1>
        <a:srgbClr val="FFFFFF"/>
      </a:lt1>
      <a:dk2>
        <a:srgbClr val="1E1E1E"/>
      </a:dk2>
      <a:lt2>
        <a:srgbClr val="E4E7EC"/>
      </a:lt2>
      <a:accent1>
        <a:srgbClr val="445EA3"/>
      </a:accent1>
      <a:accent2>
        <a:srgbClr val="6D5BD0"/>
      </a:accent2>
      <a:accent3>
        <a:srgbClr val="357E80"/>
      </a:accent3>
      <a:accent4>
        <a:srgbClr val="F2A33A"/>
      </a:accent4>
      <a:accent5>
        <a:srgbClr val="59A14F"/>
      </a:accent5>
      <a:accent6>
        <a:srgbClr val="A64337"/>
      </a:accent6>
      <a:hlink>
        <a:srgbClr val="445EA3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sh Denoising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3375</Words>
  <Application>Microsoft Office PowerPoint</Application>
  <DocSecurity>0</DocSecurity>
  <PresentationFormat>Widescreen</PresentationFormat>
  <Paragraphs>651</Paragraphs>
  <Slides>39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Giannis Papadopoulos</cp:lastModifiedBy>
  <cp:revision>1</cp:revision>
  <dcterms:created xsi:type="dcterms:W3CDTF">2026-09-27T07:49:50Z</dcterms:created>
  <dcterms:modified xsi:type="dcterms:W3CDTF">2026-09-29T17:31:17Z</dcterms:modified>
</cp:coreProperties>
</file>